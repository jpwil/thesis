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C8"/>
    <a:srgbClr val="ECF8B7"/>
    <a:srgbClr val="CA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53"/>
  </p:normalViewPr>
  <p:slideViewPr>
    <p:cSldViewPr snapToGrid="0">
      <p:cViewPr>
        <p:scale>
          <a:sx n="90" d="100"/>
          <a:sy n="90" d="100"/>
        </p:scale>
        <p:origin x="1560" y="69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216C-8B5E-F1C6-C103-2F9D22457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A0409-F38C-3BCA-9762-FEB74B261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6A358-CCEE-B5CC-88F3-56411A53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3A905-D614-965D-3BA9-811B33BF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05069-3679-7A8E-95EC-E78DC871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2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6EE32-437C-AB41-5F50-DA06D59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5FCDC-7F19-0293-181B-A5E1966A7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985AE-4D77-671D-97F8-B0A69813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B29AA-CBF0-D3E0-55E4-9BD7A70D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E4FC4-F416-DB1C-B258-1F6DABD0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55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0807-1DCA-DE6D-468A-4E395ECB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A6E11-96F1-3079-4A7A-B09B0B008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D65C5-4900-ADAF-E44D-640F19F75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37737-8D5D-9D99-A159-AF5BB8E1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B01ED-9D68-8392-C43B-74188DC5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8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DAAA-4098-0A42-F8BC-DD0F4E033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8BDBF-E1B1-3BB1-9518-6A1F46C48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2E37D-89FA-21F2-765A-E7E3F0EC6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CD601-6943-49E8-F927-D3EF5D200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D7522-0DC7-162F-5907-4AEFC4AD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FCDB4-EC37-AEFA-F349-9B07C1CF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7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2D5E-C32F-B8DB-2A1C-0588966F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E933E-0528-8318-8B91-991EF1F7A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EB952-63FA-EB64-9880-8D8EC16DC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F05FA-C0BE-6535-BFD8-12DDD053E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6100C-A6F8-62E8-69B7-2EE865602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A2B539-C050-D51D-2806-07FE442F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7D59EE-1034-0978-EE79-A07EBA37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DD94F-0350-3A41-80BE-59AC2DE62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9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92A28-2752-46F8-1DB3-661BF4A6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FDA50-8E1E-9CED-6400-B60DD611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1DC2B-06DA-6801-E4A8-2DBB660A4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D05A4-CC0F-13F8-2E1F-E21FE903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8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9E56E3-FA02-58DB-D524-26C0DE2C7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DB6BD8-8F9B-4FAB-2DA4-0423E8B4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B6EFE-7B86-91F6-7248-D1E989E2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4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4E60-B05F-3B04-C1CB-69801F68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11F33-7230-9547-4E11-8E3B476DB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0E8A6-22B3-68F0-A1AC-6521A32B3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14FE0-B484-4001-63C1-BEF75EC7C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346FC-6588-421D-8DEA-42F2FC8D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F9383-FCB9-424C-9EEB-BE1D902F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8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46A5-635C-4AAC-F83D-61C8AC386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863F3-43D9-FDCA-0166-E9DBA3A5C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0FDAB-659B-268A-411F-E65BA01B5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E6035-20E5-6919-AC25-38974A281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1B141-A9A5-2525-5651-5ADE22BF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B31EA-3CA4-948B-302C-3B8A694A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3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D457-24B7-88CB-1788-806BDCB8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B48F4-C96C-BD3B-44C5-42CCA6E86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53F1E-CC6F-CCD7-364C-EA1A6CEE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C58DB-AD44-6EFE-8615-F8EA07DD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BF674-596D-FDB8-A201-8D9A501A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2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4229F-3803-0F2C-FE52-1A4162DE6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4CD51-1371-E3E2-E387-BBAB84519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0482-0925-AEAA-9101-B06ED807B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57766-809F-D7FD-15A5-CB467BAC2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9C749-716B-FF0B-47C1-5F7C2CC2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4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2735A-0E23-A63E-1757-FE74A32D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0AD-7CAA-A527-A8D2-C9A309FCD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9D02-2EA7-24FA-7DB0-01F25F793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5D599-5AE2-C34B-AA91-CF23DFEDEA40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A7B14-4B5B-B494-60AC-E1EE3EDC2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7D0AB-6967-4BAD-38A1-93CCB200F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FA53-7DF9-A949-B946-EDF9B4DC8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0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L-shape 169">
            <a:extLst>
              <a:ext uri="{FF2B5EF4-FFF2-40B4-BE49-F238E27FC236}">
                <a16:creationId xmlns:a16="http://schemas.microsoft.com/office/drawing/2014/main" id="{B35AC625-853F-3E57-A6CB-DDFA6BE1D4D9}"/>
              </a:ext>
            </a:extLst>
          </p:cNvPr>
          <p:cNvSpPr/>
          <p:nvPr/>
        </p:nvSpPr>
        <p:spPr>
          <a:xfrm rot="16200000">
            <a:off x="5178988" y="16253"/>
            <a:ext cx="5720722" cy="7120475"/>
          </a:xfrm>
          <a:custGeom>
            <a:avLst/>
            <a:gdLst>
              <a:gd name="csX0" fmla="*/ 0 w 5720722"/>
              <a:gd name="csY0" fmla="*/ 0 h 7120475"/>
              <a:gd name="csX1" fmla="*/ 638476 w 5720722"/>
              <a:gd name="csY1" fmla="*/ 0 h 7120475"/>
              <a:gd name="csX2" fmla="*/ 1225873 w 5720722"/>
              <a:gd name="csY2" fmla="*/ 0 h 7120475"/>
              <a:gd name="csX3" fmla="*/ 1838809 w 5720722"/>
              <a:gd name="csY3" fmla="*/ 0 h 7120475"/>
              <a:gd name="csX4" fmla="*/ 2553902 w 5720722"/>
              <a:gd name="csY4" fmla="*/ 0 h 7120475"/>
              <a:gd name="csX5" fmla="*/ 2553902 w 5720722"/>
              <a:gd name="csY5" fmla="*/ 619590 h 7120475"/>
              <a:gd name="csX6" fmla="*/ 2553902 w 5720722"/>
              <a:gd name="csY6" fmla="*/ 1273601 h 7120475"/>
              <a:gd name="csX7" fmla="*/ 2553902 w 5720722"/>
              <a:gd name="csY7" fmla="*/ 1858769 h 7120475"/>
              <a:gd name="csX8" fmla="*/ 2553902 w 5720722"/>
              <a:gd name="csY8" fmla="*/ 2478359 h 7120475"/>
              <a:gd name="csX9" fmla="*/ 2553902 w 5720722"/>
              <a:gd name="csY9" fmla="*/ 3442165 h 7120475"/>
              <a:gd name="csX10" fmla="*/ 3187266 w 5720722"/>
              <a:gd name="csY10" fmla="*/ 3442165 h 7120475"/>
              <a:gd name="csX11" fmla="*/ 3788962 w 5720722"/>
              <a:gd name="csY11" fmla="*/ 3442165 h 7120475"/>
              <a:gd name="csX12" fmla="*/ 4358989 w 5720722"/>
              <a:gd name="csY12" fmla="*/ 3442165 h 7120475"/>
              <a:gd name="csX13" fmla="*/ 4992353 w 5720722"/>
              <a:gd name="csY13" fmla="*/ 3442165 h 7120475"/>
              <a:gd name="csX14" fmla="*/ 5720722 w 5720722"/>
              <a:gd name="csY14" fmla="*/ 3442165 h 7120475"/>
              <a:gd name="csX15" fmla="*/ 5720722 w 5720722"/>
              <a:gd name="csY15" fmla="*/ 4092000 h 7120475"/>
              <a:gd name="csX16" fmla="*/ 5720722 w 5720722"/>
              <a:gd name="csY16" fmla="*/ 4705051 h 7120475"/>
              <a:gd name="csX17" fmla="*/ 5720722 w 5720722"/>
              <a:gd name="csY17" fmla="*/ 5244537 h 7120475"/>
              <a:gd name="csX18" fmla="*/ 5720722 w 5720722"/>
              <a:gd name="csY18" fmla="*/ 5894372 h 7120475"/>
              <a:gd name="csX19" fmla="*/ 5720722 w 5720722"/>
              <a:gd name="csY19" fmla="*/ 6544206 h 7120475"/>
              <a:gd name="csX20" fmla="*/ 5720722 w 5720722"/>
              <a:gd name="csY20" fmla="*/ 7120475 h 7120475"/>
              <a:gd name="csX21" fmla="*/ 5256708 w 5720722"/>
              <a:gd name="csY21" fmla="*/ 7120475 h 7120475"/>
              <a:gd name="csX22" fmla="*/ 4735487 w 5720722"/>
              <a:gd name="csY22" fmla="*/ 7120475 h 7120475"/>
              <a:gd name="csX23" fmla="*/ 4214265 w 5720722"/>
              <a:gd name="csY23" fmla="*/ 7120475 h 7120475"/>
              <a:gd name="csX24" fmla="*/ 3635837 w 5720722"/>
              <a:gd name="csY24" fmla="*/ 7120475 h 7120475"/>
              <a:gd name="csX25" fmla="*/ 3000201 w 5720722"/>
              <a:gd name="csY25" fmla="*/ 7120475 h 7120475"/>
              <a:gd name="csX26" fmla="*/ 2536187 w 5720722"/>
              <a:gd name="csY26" fmla="*/ 7120475 h 7120475"/>
              <a:gd name="csX27" fmla="*/ 1957758 w 5720722"/>
              <a:gd name="csY27" fmla="*/ 7120475 h 7120475"/>
              <a:gd name="csX28" fmla="*/ 1493744 w 5720722"/>
              <a:gd name="csY28" fmla="*/ 7120475 h 7120475"/>
              <a:gd name="csX29" fmla="*/ 858108 w 5720722"/>
              <a:gd name="csY29" fmla="*/ 7120475 h 7120475"/>
              <a:gd name="csX30" fmla="*/ 0 w 5720722"/>
              <a:gd name="csY30" fmla="*/ 7120475 h 7120475"/>
              <a:gd name="csX31" fmla="*/ 0 w 5720722"/>
              <a:gd name="csY31" fmla="*/ 6401954 h 7120475"/>
              <a:gd name="csX32" fmla="*/ 0 w 5720722"/>
              <a:gd name="csY32" fmla="*/ 5683434 h 7120475"/>
              <a:gd name="csX33" fmla="*/ 0 w 5720722"/>
              <a:gd name="csY33" fmla="*/ 4964913 h 7120475"/>
              <a:gd name="csX34" fmla="*/ 0 w 5720722"/>
              <a:gd name="csY34" fmla="*/ 4531211 h 7120475"/>
              <a:gd name="csX35" fmla="*/ 0 w 5720722"/>
              <a:gd name="csY35" fmla="*/ 3955100 h 7120475"/>
              <a:gd name="csX36" fmla="*/ 0 w 5720722"/>
              <a:gd name="csY36" fmla="*/ 3165375 h 7120475"/>
              <a:gd name="csX37" fmla="*/ 0 w 5720722"/>
              <a:gd name="csY37" fmla="*/ 2589264 h 7120475"/>
              <a:gd name="csX38" fmla="*/ 0 w 5720722"/>
              <a:gd name="csY38" fmla="*/ 2155562 h 7120475"/>
              <a:gd name="csX39" fmla="*/ 0 w 5720722"/>
              <a:gd name="csY39" fmla="*/ 1579451 h 7120475"/>
              <a:gd name="csX40" fmla="*/ 0 w 5720722"/>
              <a:gd name="csY40" fmla="*/ 789725 h 7120475"/>
              <a:gd name="csX41" fmla="*/ 0 w 5720722"/>
              <a:gd name="csY41" fmla="*/ 0 h 7120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5720722" h="7120475" fill="none" extrusionOk="0">
                <a:moveTo>
                  <a:pt x="0" y="0"/>
                </a:moveTo>
                <a:cubicBezTo>
                  <a:pt x="293873" y="-7567"/>
                  <a:pt x="482595" y="2615"/>
                  <a:pt x="638476" y="0"/>
                </a:cubicBezTo>
                <a:cubicBezTo>
                  <a:pt x="794357" y="-2615"/>
                  <a:pt x="1086747" y="-25766"/>
                  <a:pt x="1225873" y="0"/>
                </a:cubicBezTo>
                <a:cubicBezTo>
                  <a:pt x="1364999" y="25766"/>
                  <a:pt x="1658514" y="-11816"/>
                  <a:pt x="1838809" y="0"/>
                </a:cubicBezTo>
                <a:cubicBezTo>
                  <a:pt x="2019104" y="11816"/>
                  <a:pt x="2361043" y="-14627"/>
                  <a:pt x="2553902" y="0"/>
                </a:cubicBezTo>
                <a:cubicBezTo>
                  <a:pt x="2524637" y="193270"/>
                  <a:pt x="2533485" y="442383"/>
                  <a:pt x="2553902" y="619590"/>
                </a:cubicBezTo>
                <a:cubicBezTo>
                  <a:pt x="2574320" y="796797"/>
                  <a:pt x="2526891" y="1071329"/>
                  <a:pt x="2553902" y="1273601"/>
                </a:cubicBezTo>
                <a:cubicBezTo>
                  <a:pt x="2580913" y="1475873"/>
                  <a:pt x="2525041" y="1615583"/>
                  <a:pt x="2553902" y="1858769"/>
                </a:cubicBezTo>
                <a:cubicBezTo>
                  <a:pt x="2582763" y="2101955"/>
                  <a:pt x="2555709" y="2325135"/>
                  <a:pt x="2553902" y="2478359"/>
                </a:cubicBezTo>
                <a:cubicBezTo>
                  <a:pt x="2552096" y="2631583"/>
                  <a:pt x="2571842" y="3195542"/>
                  <a:pt x="2553902" y="3442165"/>
                </a:cubicBezTo>
                <a:cubicBezTo>
                  <a:pt x="2798654" y="3468745"/>
                  <a:pt x="2937476" y="3440383"/>
                  <a:pt x="3187266" y="3442165"/>
                </a:cubicBezTo>
                <a:cubicBezTo>
                  <a:pt x="3437056" y="3443947"/>
                  <a:pt x="3521380" y="3463940"/>
                  <a:pt x="3788962" y="3442165"/>
                </a:cubicBezTo>
                <a:cubicBezTo>
                  <a:pt x="4056544" y="3420390"/>
                  <a:pt x="4217667" y="3442295"/>
                  <a:pt x="4358989" y="3442165"/>
                </a:cubicBezTo>
                <a:cubicBezTo>
                  <a:pt x="4500311" y="3442035"/>
                  <a:pt x="4834460" y="3441480"/>
                  <a:pt x="4992353" y="3442165"/>
                </a:cubicBezTo>
                <a:cubicBezTo>
                  <a:pt x="5150246" y="3442850"/>
                  <a:pt x="5498073" y="3431646"/>
                  <a:pt x="5720722" y="3442165"/>
                </a:cubicBezTo>
                <a:cubicBezTo>
                  <a:pt x="5697659" y="3674036"/>
                  <a:pt x="5752236" y="3796206"/>
                  <a:pt x="5720722" y="4092000"/>
                </a:cubicBezTo>
                <a:cubicBezTo>
                  <a:pt x="5689208" y="4387794"/>
                  <a:pt x="5736215" y="4570127"/>
                  <a:pt x="5720722" y="4705051"/>
                </a:cubicBezTo>
                <a:cubicBezTo>
                  <a:pt x="5705229" y="4839975"/>
                  <a:pt x="5745774" y="5101268"/>
                  <a:pt x="5720722" y="5244537"/>
                </a:cubicBezTo>
                <a:cubicBezTo>
                  <a:pt x="5695670" y="5387806"/>
                  <a:pt x="5714918" y="5627350"/>
                  <a:pt x="5720722" y="5894372"/>
                </a:cubicBezTo>
                <a:cubicBezTo>
                  <a:pt x="5726526" y="6161394"/>
                  <a:pt x="5744153" y="6412641"/>
                  <a:pt x="5720722" y="6544206"/>
                </a:cubicBezTo>
                <a:cubicBezTo>
                  <a:pt x="5697291" y="6675771"/>
                  <a:pt x="5720697" y="6944540"/>
                  <a:pt x="5720722" y="7120475"/>
                </a:cubicBezTo>
                <a:cubicBezTo>
                  <a:pt x="5494333" y="7126749"/>
                  <a:pt x="5469124" y="7113768"/>
                  <a:pt x="5256708" y="7120475"/>
                </a:cubicBezTo>
                <a:cubicBezTo>
                  <a:pt x="5044292" y="7127182"/>
                  <a:pt x="4970484" y="7111403"/>
                  <a:pt x="4735487" y="7120475"/>
                </a:cubicBezTo>
                <a:cubicBezTo>
                  <a:pt x="4500490" y="7129547"/>
                  <a:pt x="4429763" y="7103747"/>
                  <a:pt x="4214265" y="7120475"/>
                </a:cubicBezTo>
                <a:cubicBezTo>
                  <a:pt x="3998767" y="7137203"/>
                  <a:pt x="3847992" y="7142933"/>
                  <a:pt x="3635837" y="7120475"/>
                </a:cubicBezTo>
                <a:cubicBezTo>
                  <a:pt x="3423682" y="7098017"/>
                  <a:pt x="3213499" y="7092398"/>
                  <a:pt x="3000201" y="7120475"/>
                </a:cubicBezTo>
                <a:cubicBezTo>
                  <a:pt x="2786903" y="7148552"/>
                  <a:pt x="2647593" y="7119956"/>
                  <a:pt x="2536187" y="7120475"/>
                </a:cubicBezTo>
                <a:cubicBezTo>
                  <a:pt x="2424781" y="7120994"/>
                  <a:pt x="2087834" y="7134049"/>
                  <a:pt x="1957758" y="7120475"/>
                </a:cubicBezTo>
                <a:cubicBezTo>
                  <a:pt x="1827682" y="7106901"/>
                  <a:pt x="1626012" y="7125072"/>
                  <a:pt x="1493744" y="7120475"/>
                </a:cubicBezTo>
                <a:cubicBezTo>
                  <a:pt x="1361476" y="7115878"/>
                  <a:pt x="1118135" y="7098613"/>
                  <a:pt x="858108" y="7120475"/>
                </a:cubicBezTo>
                <a:cubicBezTo>
                  <a:pt x="598081" y="7142337"/>
                  <a:pt x="406795" y="7077913"/>
                  <a:pt x="0" y="7120475"/>
                </a:cubicBezTo>
                <a:cubicBezTo>
                  <a:pt x="-14518" y="6867591"/>
                  <a:pt x="26843" y="6562548"/>
                  <a:pt x="0" y="6401954"/>
                </a:cubicBezTo>
                <a:cubicBezTo>
                  <a:pt x="-26843" y="6241360"/>
                  <a:pt x="28696" y="6031329"/>
                  <a:pt x="0" y="5683434"/>
                </a:cubicBezTo>
                <a:cubicBezTo>
                  <a:pt x="-28696" y="5335539"/>
                  <a:pt x="-10231" y="5179623"/>
                  <a:pt x="0" y="4964913"/>
                </a:cubicBezTo>
                <a:cubicBezTo>
                  <a:pt x="10231" y="4750203"/>
                  <a:pt x="-9212" y="4715850"/>
                  <a:pt x="0" y="4531211"/>
                </a:cubicBezTo>
                <a:cubicBezTo>
                  <a:pt x="9212" y="4346572"/>
                  <a:pt x="-7860" y="4091089"/>
                  <a:pt x="0" y="3955100"/>
                </a:cubicBezTo>
                <a:cubicBezTo>
                  <a:pt x="7860" y="3819111"/>
                  <a:pt x="-2812" y="3469196"/>
                  <a:pt x="0" y="3165375"/>
                </a:cubicBezTo>
                <a:cubicBezTo>
                  <a:pt x="2812" y="2861555"/>
                  <a:pt x="-18947" y="2773583"/>
                  <a:pt x="0" y="2589264"/>
                </a:cubicBezTo>
                <a:cubicBezTo>
                  <a:pt x="18947" y="2404945"/>
                  <a:pt x="-16921" y="2350577"/>
                  <a:pt x="0" y="2155562"/>
                </a:cubicBezTo>
                <a:cubicBezTo>
                  <a:pt x="16921" y="1960547"/>
                  <a:pt x="-19296" y="1731482"/>
                  <a:pt x="0" y="1579451"/>
                </a:cubicBezTo>
                <a:cubicBezTo>
                  <a:pt x="19296" y="1427420"/>
                  <a:pt x="11005" y="1045902"/>
                  <a:pt x="0" y="789725"/>
                </a:cubicBezTo>
                <a:cubicBezTo>
                  <a:pt x="-11005" y="533548"/>
                  <a:pt x="35649" y="185753"/>
                  <a:pt x="0" y="0"/>
                </a:cubicBezTo>
                <a:close/>
              </a:path>
              <a:path w="5720722" h="7120475" stroke="0" extrusionOk="0">
                <a:moveTo>
                  <a:pt x="0" y="0"/>
                </a:moveTo>
                <a:cubicBezTo>
                  <a:pt x="209485" y="5627"/>
                  <a:pt x="396906" y="-12225"/>
                  <a:pt x="638476" y="0"/>
                </a:cubicBezTo>
                <a:cubicBezTo>
                  <a:pt x="880046" y="12225"/>
                  <a:pt x="1041525" y="10215"/>
                  <a:pt x="1251412" y="0"/>
                </a:cubicBezTo>
                <a:cubicBezTo>
                  <a:pt x="1461299" y="-10215"/>
                  <a:pt x="1730992" y="-30513"/>
                  <a:pt x="1889887" y="0"/>
                </a:cubicBezTo>
                <a:cubicBezTo>
                  <a:pt x="2048783" y="30513"/>
                  <a:pt x="2292599" y="3493"/>
                  <a:pt x="2553902" y="0"/>
                </a:cubicBezTo>
                <a:cubicBezTo>
                  <a:pt x="2570730" y="226079"/>
                  <a:pt x="2526571" y="538725"/>
                  <a:pt x="2553902" y="757276"/>
                </a:cubicBezTo>
                <a:cubicBezTo>
                  <a:pt x="2581233" y="975827"/>
                  <a:pt x="2569299" y="1083017"/>
                  <a:pt x="2553902" y="1342444"/>
                </a:cubicBezTo>
                <a:cubicBezTo>
                  <a:pt x="2538505" y="1601871"/>
                  <a:pt x="2584256" y="1712670"/>
                  <a:pt x="2553902" y="2065299"/>
                </a:cubicBezTo>
                <a:cubicBezTo>
                  <a:pt x="2523548" y="2417928"/>
                  <a:pt x="2545312" y="2493399"/>
                  <a:pt x="2553902" y="2684889"/>
                </a:cubicBezTo>
                <a:cubicBezTo>
                  <a:pt x="2562493" y="2876379"/>
                  <a:pt x="2547383" y="3136578"/>
                  <a:pt x="2553902" y="3442165"/>
                </a:cubicBezTo>
                <a:cubicBezTo>
                  <a:pt x="2695630" y="3427210"/>
                  <a:pt x="2907807" y="3424261"/>
                  <a:pt x="3187266" y="3442165"/>
                </a:cubicBezTo>
                <a:cubicBezTo>
                  <a:pt x="3466725" y="3460069"/>
                  <a:pt x="3630220" y="3429970"/>
                  <a:pt x="3788962" y="3442165"/>
                </a:cubicBezTo>
                <a:cubicBezTo>
                  <a:pt x="3947704" y="3454360"/>
                  <a:pt x="4263111" y="3426669"/>
                  <a:pt x="4485662" y="3442165"/>
                </a:cubicBezTo>
                <a:cubicBezTo>
                  <a:pt x="4708213" y="3457661"/>
                  <a:pt x="4809074" y="3465682"/>
                  <a:pt x="5055690" y="3442165"/>
                </a:cubicBezTo>
                <a:cubicBezTo>
                  <a:pt x="5302306" y="3418648"/>
                  <a:pt x="5553717" y="3433648"/>
                  <a:pt x="5720722" y="3442165"/>
                </a:cubicBezTo>
                <a:cubicBezTo>
                  <a:pt x="5731272" y="3711799"/>
                  <a:pt x="5734798" y="3909831"/>
                  <a:pt x="5720722" y="4055217"/>
                </a:cubicBezTo>
                <a:cubicBezTo>
                  <a:pt x="5706646" y="4200603"/>
                  <a:pt x="5735846" y="4461696"/>
                  <a:pt x="5720722" y="4594702"/>
                </a:cubicBezTo>
                <a:cubicBezTo>
                  <a:pt x="5705598" y="4727708"/>
                  <a:pt x="5728019" y="4957930"/>
                  <a:pt x="5720722" y="5134188"/>
                </a:cubicBezTo>
                <a:cubicBezTo>
                  <a:pt x="5713425" y="5310446"/>
                  <a:pt x="5718739" y="5521929"/>
                  <a:pt x="5720722" y="5784022"/>
                </a:cubicBezTo>
                <a:cubicBezTo>
                  <a:pt x="5722705" y="6046115"/>
                  <a:pt x="5752486" y="6152065"/>
                  <a:pt x="5720722" y="6433857"/>
                </a:cubicBezTo>
                <a:cubicBezTo>
                  <a:pt x="5688958" y="6715650"/>
                  <a:pt x="5739869" y="6899232"/>
                  <a:pt x="5720722" y="7120475"/>
                </a:cubicBezTo>
                <a:cubicBezTo>
                  <a:pt x="5351829" y="7105129"/>
                  <a:pt x="5212090" y="7157331"/>
                  <a:pt x="4970672" y="7120475"/>
                </a:cubicBezTo>
                <a:cubicBezTo>
                  <a:pt x="4729254" y="7083620"/>
                  <a:pt x="4473709" y="7118379"/>
                  <a:pt x="4335036" y="7120475"/>
                </a:cubicBezTo>
                <a:cubicBezTo>
                  <a:pt x="4196363" y="7122571"/>
                  <a:pt x="3942187" y="7119194"/>
                  <a:pt x="3813815" y="7120475"/>
                </a:cubicBezTo>
                <a:cubicBezTo>
                  <a:pt x="3685443" y="7121756"/>
                  <a:pt x="3455656" y="7121226"/>
                  <a:pt x="3235386" y="7120475"/>
                </a:cubicBezTo>
                <a:cubicBezTo>
                  <a:pt x="3015116" y="7119724"/>
                  <a:pt x="2651065" y="7135353"/>
                  <a:pt x="2485336" y="7120475"/>
                </a:cubicBezTo>
                <a:cubicBezTo>
                  <a:pt x="2319607" y="7105598"/>
                  <a:pt x="2037652" y="7124331"/>
                  <a:pt x="1906907" y="7120475"/>
                </a:cubicBezTo>
                <a:cubicBezTo>
                  <a:pt x="1776162" y="7116619"/>
                  <a:pt x="1663850" y="7130666"/>
                  <a:pt x="1442893" y="7120475"/>
                </a:cubicBezTo>
                <a:cubicBezTo>
                  <a:pt x="1221936" y="7110284"/>
                  <a:pt x="1125761" y="7134297"/>
                  <a:pt x="921672" y="7120475"/>
                </a:cubicBezTo>
                <a:cubicBezTo>
                  <a:pt x="717583" y="7106653"/>
                  <a:pt x="319152" y="7153658"/>
                  <a:pt x="0" y="7120475"/>
                </a:cubicBezTo>
                <a:cubicBezTo>
                  <a:pt x="-196" y="6840512"/>
                  <a:pt x="-8710" y="6796241"/>
                  <a:pt x="0" y="6544364"/>
                </a:cubicBezTo>
                <a:cubicBezTo>
                  <a:pt x="8710" y="6292487"/>
                  <a:pt x="-32377" y="5965652"/>
                  <a:pt x="0" y="5754638"/>
                </a:cubicBezTo>
                <a:cubicBezTo>
                  <a:pt x="32377" y="5543624"/>
                  <a:pt x="31225" y="5124296"/>
                  <a:pt x="0" y="4964913"/>
                </a:cubicBezTo>
                <a:cubicBezTo>
                  <a:pt x="-31225" y="4805530"/>
                  <a:pt x="-19054" y="4663403"/>
                  <a:pt x="0" y="4531211"/>
                </a:cubicBezTo>
                <a:cubicBezTo>
                  <a:pt x="19054" y="4399019"/>
                  <a:pt x="-39100" y="4119060"/>
                  <a:pt x="0" y="3741486"/>
                </a:cubicBezTo>
                <a:cubicBezTo>
                  <a:pt x="39100" y="3363912"/>
                  <a:pt x="7289" y="3278620"/>
                  <a:pt x="0" y="3094170"/>
                </a:cubicBezTo>
                <a:cubicBezTo>
                  <a:pt x="-7289" y="2909720"/>
                  <a:pt x="4724" y="2636474"/>
                  <a:pt x="0" y="2304445"/>
                </a:cubicBezTo>
                <a:cubicBezTo>
                  <a:pt x="-4724" y="1972416"/>
                  <a:pt x="22909" y="1838959"/>
                  <a:pt x="0" y="1585924"/>
                </a:cubicBezTo>
                <a:cubicBezTo>
                  <a:pt x="-22909" y="1332889"/>
                  <a:pt x="24010" y="1266320"/>
                  <a:pt x="0" y="1009813"/>
                </a:cubicBezTo>
                <a:cubicBezTo>
                  <a:pt x="-24010" y="753306"/>
                  <a:pt x="-48288" y="278184"/>
                  <a:pt x="0" y="0"/>
                </a:cubicBezTo>
                <a:close/>
              </a:path>
            </a:pathLst>
          </a:custGeom>
          <a:solidFill>
            <a:srgbClr val="FFFDC8"/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541194748">
                  <a:prstGeom prst="corner">
                    <a:avLst>
                      <a:gd name="adj1" fmla="val 64298"/>
                      <a:gd name="adj2" fmla="val 44643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7F22B4F3-D145-1940-1845-62720FC49FE4}"/>
              </a:ext>
            </a:extLst>
          </p:cNvPr>
          <p:cNvSpPr/>
          <p:nvPr/>
        </p:nvSpPr>
        <p:spPr>
          <a:xfrm>
            <a:off x="4481926" y="732667"/>
            <a:ext cx="3089682" cy="3045798"/>
          </a:xfrm>
          <a:custGeom>
            <a:avLst/>
            <a:gdLst>
              <a:gd name="csX0" fmla="*/ 0 w 3089682"/>
              <a:gd name="csY0" fmla="*/ 113578 h 3045798"/>
              <a:gd name="csX1" fmla="*/ 113578 w 3089682"/>
              <a:gd name="csY1" fmla="*/ 0 h 3045798"/>
              <a:gd name="csX2" fmla="*/ 714708 w 3089682"/>
              <a:gd name="csY2" fmla="*/ 0 h 3045798"/>
              <a:gd name="csX3" fmla="*/ 1229963 w 3089682"/>
              <a:gd name="csY3" fmla="*/ 0 h 3045798"/>
              <a:gd name="csX4" fmla="*/ 1831094 w 3089682"/>
              <a:gd name="csY4" fmla="*/ 0 h 3045798"/>
              <a:gd name="csX5" fmla="*/ 2317723 w 3089682"/>
              <a:gd name="csY5" fmla="*/ 0 h 3045798"/>
              <a:gd name="csX6" fmla="*/ 2976104 w 3089682"/>
              <a:gd name="csY6" fmla="*/ 0 h 3045798"/>
              <a:gd name="csX7" fmla="*/ 3089682 w 3089682"/>
              <a:gd name="csY7" fmla="*/ 113578 h 3045798"/>
              <a:gd name="csX8" fmla="*/ 3089682 w 3089682"/>
              <a:gd name="csY8" fmla="*/ 677306 h 3045798"/>
              <a:gd name="csX9" fmla="*/ 3089682 w 3089682"/>
              <a:gd name="csY9" fmla="*/ 1269221 h 3045798"/>
              <a:gd name="csX10" fmla="*/ 3089682 w 3089682"/>
              <a:gd name="csY10" fmla="*/ 1776577 h 3045798"/>
              <a:gd name="csX11" fmla="*/ 3089682 w 3089682"/>
              <a:gd name="csY11" fmla="*/ 2255746 h 3045798"/>
              <a:gd name="csX12" fmla="*/ 3089682 w 3089682"/>
              <a:gd name="csY12" fmla="*/ 2932220 h 3045798"/>
              <a:gd name="csX13" fmla="*/ 2976104 w 3089682"/>
              <a:gd name="csY13" fmla="*/ 3045798 h 3045798"/>
              <a:gd name="csX14" fmla="*/ 2489475 w 3089682"/>
              <a:gd name="csY14" fmla="*/ 3045798 h 3045798"/>
              <a:gd name="csX15" fmla="*/ 1859719 w 3089682"/>
              <a:gd name="csY15" fmla="*/ 3045798 h 3045798"/>
              <a:gd name="csX16" fmla="*/ 1287214 w 3089682"/>
              <a:gd name="csY16" fmla="*/ 3045798 h 3045798"/>
              <a:gd name="csX17" fmla="*/ 657458 w 3089682"/>
              <a:gd name="csY17" fmla="*/ 3045798 h 3045798"/>
              <a:gd name="csX18" fmla="*/ 113578 w 3089682"/>
              <a:gd name="csY18" fmla="*/ 3045798 h 3045798"/>
              <a:gd name="csX19" fmla="*/ 0 w 3089682"/>
              <a:gd name="csY19" fmla="*/ 2932220 h 3045798"/>
              <a:gd name="csX20" fmla="*/ 0 w 3089682"/>
              <a:gd name="csY20" fmla="*/ 2396678 h 3045798"/>
              <a:gd name="csX21" fmla="*/ 0 w 3089682"/>
              <a:gd name="csY21" fmla="*/ 1832950 h 3045798"/>
              <a:gd name="csX22" fmla="*/ 0 w 3089682"/>
              <a:gd name="csY22" fmla="*/ 1353780 h 3045798"/>
              <a:gd name="csX23" fmla="*/ 0 w 3089682"/>
              <a:gd name="csY23" fmla="*/ 733679 h 3045798"/>
              <a:gd name="csX24" fmla="*/ 0 w 3089682"/>
              <a:gd name="csY24" fmla="*/ 113578 h 30457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089682" h="3045798" fill="none" extrusionOk="0">
                <a:moveTo>
                  <a:pt x="0" y="113578"/>
                </a:moveTo>
                <a:cubicBezTo>
                  <a:pt x="-2913" y="56698"/>
                  <a:pt x="48721" y="-2826"/>
                  <a:pt x="113578" y="0"/>
                </a:cubicBezTo>
                <a:cubicBezTo>
                  <a:pt x="385613" y="-3419"/>
                  <a:pt x="523427" y="18597"/>
                  <a:pt x="714708" y="0"/>
                </a:cubicBezTo>
                <a:cubicBezTo>
                  <a:pt x="905989" y="-18597"/>
                  <a:pt x="1086579" y="-25593"/>
                  <a:pt x="1229963" y="0"/>
                </a:cubicBezTo>
                <a:cubicBezTo>
                  <a:pt x="1373347" y="25593"/>
                  <a:pt x="1591616" y="16637"/>
                  <a:pt x="1831094" y="0"/>
                </a:cubicBezTo>
                <a:cubicBezTo>
                  <a:pt x="2070572" y="-16637"/>
                  <a:pt x="2166743" y="19205"/>
                  <a:pt x="2317723" y="0"/>
                </a:cubicBezTo>
                <a:cubicBezTo>
                  <a:pt x="2468703" y="-19205"/>
                  <a:pt x="2725856" y="21944"/>
                  <a:pt x="2976104" y="0"/>
                </a:cubicBezTo>
                <a:cubicBezTo>
                  <a:pt x="3042464" y="3369"/>
                  <a:pt x="3092169" y="49364"/>
                  <a:pt x="3089682" y="113578"/>
                </a:cubicBezTo>
                <a:cubicBezTo>
                  <a:pt x="3090607" y="268490"/>
                  <a:pt x="3093944" y="443725"/>
                  <a:pt x="3089682" y="677306"/>
                </a:cubicBezTo>
                <a:cubicBezTo>
                  <a:pt x="3085420" y="910887"/>
                  <a:pt x="3091397" y="1133360"/>
                  <a:pt x="3089682" y="1269221"/>
                </a:cubicBezTo>
                <a:cubicBezTo>
                  <a:pt x="3087967" y="1405083"/>
                  <a:pt x="3092302" y="1531363"/>
                  <a:pt x="3089682" y="1776577"/>
                </a:cubicBezTo>
                <a:cubicBezTo>
                  <a:pt x="3087062" y="2021791"/>
                  <a:pt x="3095634" y="2085604"/>
                  <a:pt x="3089682" y="2255746"/>
                </a:cubicBezTo>
                <a:cubicBezTo>
                  <a:pt x="3083730" y="2425888"/>
                  <a:pt x="3107937" y="2756074"/>
                  <a:pt x="3089682" y="2932220"/>
                </a:cubicBezTo>
                <a:cubicBezTo>
                  <a:pt x="3094065" y="3005661"/>
                  <a:pt x="3040463" y="3047413"/>
                  <a:pt x="2976104" y="3045798"/>
                </a:cubicBezTo>
                <a:cubicBezTo>
                  <a:pt x="2789344" y="3043098"/>
                  <a:pt x="2673028" y="3054362"/>
                  <a:pt x="2489475" y="3045798"/>
                </a:cubicBezTo>
                <a:cubicBezTo>
                  <a:pt x="2305922" y="3037234"/>
                  <a:pt x="2154587" y="3050694"/>
                  <a:pt x="1859719" y="3045798"/>
                </a:cubicBezTo>
                <a:cubicBezTo>
                  <a:pt x="1564851" y="3040902"/>
                  <a:pt x="1526529" y="3058468"/>
                  <a:pt x="1287214" y="3045798"/>
                </a:cubicBezTo>
                <a:cubicBezTo>
                  <a:pt x="1047900" y="3033128"/>
                  <a:pt x="837510" y="3049907"/>
                  <a:pt x="657458" y="3045798"/>
                </a:cubicBezTo>
                <a:cubicBezTo>
                  <a:pt x="477406" y="3041689"/>
                  <a:pt x="284208" y="3060439"/>
                  <a:pt x="113578" y="3045798"/>
                </a:cubicBezTo>
                <a:cubicBezTo>
                  <a:pt x="50333" y="3047695"/>
                  <a:pt x="1492" y="2992435"/>
                  <a:pt x="0" y="2932220"/>
                </a:cubicBezTo>
                <a:cubicBezTo>
                  <a:pt x="21530" y="2671725"/>
                  <a:pt x="12485" y="2577801"/>
                  <a:pt x="0" y="2396678"/>
                </a:cubicBezTo>
                <a:cubicBezTo>
                  <a:pt x="-12485" y="2215555"/>
                  <a:pt x="-13232" y="2038946"/>
                  <a:pt x="0" y="1832950"/>
                </a:cubicBezTo>
                <a:cubicBezTo>
                  <a:pt x="13232" y="1626954"/>
                  <a:pt x="18956" y="1545131"/>
                  <a:pt x="0" y="1353780"/>
                </a:cubicBezTo>
                <a:cubicBezTo>
                  <a:pt x="-18956" y="1162429"/>
                  <a:pt x="19170" y="954690"/>
                  <a:pt x="0" y="733679"/>
                </a:cubicBezTo>
                <a:cubicBezTo>
                  <a:pt x="-19170" y="512668"/>
                  <a:pt x="22259" y="255375"/>
                  <a:pt x="0" y="113578"/>
                </a:cubicBezTo>
                <a:close/>
              </a:path>
              <a:path w="3089682" h="3045798" stroke="0" extrusionOk="0">
                <a:moveTo>
                  <a:pt x="0" y="113578"/>
                </a:moveTo>
                <a:cubicBezTo>
                  <a:pt x="-2897" y="49064"/>
                  <a:pt x="44413" y="2416"/>
                  <a:pt x="113578" y="0"/>
                </a:cubicBezTo>
                <a:cubicBezTo>
                  <a:pt x="426169" y="-28766"/>
                  <a:pt x="595013" y="-8655"/>
                  <a:pt x="743334" y="0"/>
                </a:cubicBezTo>
                <a:cubicBezTo>
                  <a:pt x="891655" y="8655"/>
                  <a:pt x="1164705" y="1866"/>
                  <a:pt x="1287214" y="0"/>
                </a:cubicBezTo>
                <a:cubicBezTo>
                  <a:pt x="1409723" y="-1866"/>
                  <a:pt x="1568827" y="-9994"/>
                  <a:pt x="1802468" y="0"/>
                </a:cubicBezTo>
                <a:cubicBezTo>
                  <a:pt x="2036109" y="9994"/>
                  <a:pt x="2219318" y="7240"/>
                  <a:pt x="2403599" y="0"/>
                </a:cubicBezTo>
                <a:cubicBezTo>
                  <a:pt x="2587880" y="-7240"/>
                  <a:pt x="2723680" y="-5578"/>
                  <a:pt x="2976104" y="0"/>
                </a:cubicBezTo>
                <a:cubicBezTo>
                  <a:pt x="3041866" y="-4939"/>
                  <a:pt x="3084436" y="55461"/>
                  <a:pt x="3089682" y="113578"/>
                </a:cubicBezTo>
                <a:cubicBezTo>
                  <a:pt x="3087984" y="323807"/>
                  <a:pt x="3065825" y="440416"/>
                  <a:pt x="3089682" y="677306"/>
                </a:cubicBezTo>
                <a:cubicBezTo>
                  <a:pt x="3113539" y="914196"/>
                  <a:pt x="3071430" y="1020488"/>
                  <a:pt x="3089682" y="1156476"/>
                </a:cubicBezTo>
                <a:cubicBezTo>
                  <a:pt x="3107935" y="1292464"/>
                  <a:pt x="3064675" y="1494400"/>
                  <a:pt x="3089682" y="1720204"/>
                </a:cubicBezTo>
                <a:cubicBezTo>
                  <a:pt x="3114689" y="1946008"/>
                  <a:pt x="3066612" y="2008062"/>
                  <a:pt x="3089682" y="2283932"/>
                </a:cubicBezTo>
                <a:cubicBezTo>
                  <a:pt x="3112752" y="2559802"/>
                  <a:pt x="3111037" y="2752823"/>
                  <a:pt x="3089682" y="2932220"/>
                </a:cubicBezTo>
                <a:cubicBezTo>
                  <a:pt x="3094768" y="3001177"/>
                  <a:pt x="3044987" y="3040408"/>
                  <a:pt x="2976104" y="3045798"/>
                </a:cubicBezTo>
                <a:cubicBezTo>
                  <a:pt x="2742170" y="3048924"/>
                  <a:pt x="2605629" y="3031094"/>
                  <a:pt x="2403599" y="3045798"/>
                </a:cubicBezTo>
                <a:cubicBezTo>
                  <a:pt x="2201569" y="3060502"/>
                  <a:pt x="1990364" y="3057388"/>
                  <a:pt x="1831094" y="3045798"/>
                </a:cubicBezTo>
                <a:cubicBezTo>
                  <a:pt x="1671824" y="3034208"/>
                  <a:pt x="1336213" y="3051935"/>
                  <a:pt x="1201338" y="3045798"/>
                </a:cubicBezTo>
                <a:cubicBezTo>
                  <a:pt x="1066463" y="3039661"/>
                  <a:pt x="787421" y="3068638"/>
                  <a:pt x="628833" y="3045798"/>
                </a:cubicBezTo>
                <a:cubicBezTo>
                  <a:pt x="470245" y="3022958"/>
                  <a:pt x="342585" y="3070938"/>
                  <a:pt x="113578" y="3045798"/>
                </a:cubicBezTo>
                <a:cubicBezTo>
                  <a:pt x="38929" y="3046289"/>
                  <a:pt x="4374" y="2987062"/>
                  <a:pt x="0" y="2932220"/>
                </a:cubicBezTo>
                <a:cubicBezTo>
                  <a:pt x="17036" y="2755457"/>
                  <a:pt x="-28595" y="2522504"/>
                  <a:pt x="0" y="2340305"/>
                </a:cubicBezTo>
                <a:cubicBezTo>
                  <a:pt x="28595" y="2158107"/>
                  <a:pt x="8533" y="2082259"/>
                  <a:pt x="0" y="1832950"/>
                </a:cubicBezTo>
                <a:cubicBezTo>
                  <a:pt x="-8533" y="1583642"/>
                  <a:pt x="7043" y="1434814"/>
                  <a:pt x="0" y="1269221"/>
                </a:cubicBezTo>
                <a:cubicBezTo>
                  <a:pt x="-7043" y="1103628"/>
                  <a:pt x="-13919" y="924235"/>
                  <a:pt x="0" y="790052"/>
                </a:cubicBezTo>
                <a:cubicBezTo>
                  <a:pt x="13919" y="655869"/>
                  <a:pt x="8934" y="328662"/>
                  <a:pt x="0" y="11357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72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3AC7F669-6C55-573A-DA79-18A5D44CD5B6}"/>
              </a:ext>
            </a:extLst>
          </p:cNvPr>
          <p:cNvSpPr/>
          <p:nvPr/>
        </p:nvSpPr>
        <p:spPr>
          <a:xfrm>
            <a:off x="592413" y="522159"/>
            <a:ext cx="3395689" cy="2983517"/>
          </a:xfrm>
          <a:custGeom>
            <a:avLst/>
            <a:gdLst>
              <a:gd name="csX0" fmla="*/ 0 w 3395689"/>
              <a:gd name="csY0" fmla="*/ 111255 h 2983517"/>
              <a:gd name="csX1" fmla="*/ 111255 w 3395689"/>
              <a:gd name="csY1" fmla="*/ 0 h 2983517"/>
              <a:gd name="csX2" fmla="*/ 745891 w 3395689"/>
              <a:gd name="csY2" fmla="*/ 0 h 2983517"/>
              <a:gd name="csX3" fmla="*/ 1317063 w 3395689"/>
              <a:gd name="csY3" fmla="*/ 0 h 2983517"/>
              <a:gd name="csX4" fmla="*/ 1983431 w 3395689"/>
              <a:gd name="csY4" fmla="*/ 0 h 2983517"/>
              <a:gd name="csX5" fmla="*/ 2554603 w 3395689"/>
              <a:gd name="csY5" fmla="*/ 0 h 2983517"/>
              <a:gd name="csX6" fmla="*/ 3284434 w 3395689"/>
              <a:gd name="csY6" fmla="*/ 0 h 2983517"/>
              <a:gd name="csX7" fmla="*/ 3395689 w 3395689"/>
              <a:gd name="csY7" fmla="*/ 111255 h 2983517"/>
              <a:gd name="csX8" fmla="*/ 3395689 w 3395689"/>
              <a:gd name="csY8" fmla="*/ 829117 h 2983517"/>
              <a:gd name="csX9" fmla="*/ 3395689 w 3395689"/>
              <a:gd name="csY9" fmla="*/ 1436538 h 2983517"/>
              <a:gd name="csX10" fmla="*/ 3395689 w 3395689"/>
              <a:gd name="csY10" fmla="*/ 2071570 h 2983517"/>
              <a:gd name="csX11" fmla="*/ 3395689 w 3395689"/>
              <a:gd name="csY11" fmla="*/ 2872262 h 2983517"/>
              <a:gd name="csX12" fmla="*/ 3284434 w 3395689"/>
              <a:gd name="csY12" fmla="*/ 2983517 h 2983517"/>
              <a:gd name="csX13" fmla="*/ 2713262 w 3395689"/>
              <a:gd name="csY13" fmla="*/ 2983517 h 2983517"/>
              <a:gd name="csX14" fmla="*/ 2110358 w 3395689"/>
              <a:gd name="csY14" fmla="*/ 2983517 h 2983517"/>
              <a:gd name="csX15" fmla="*/ 1475722 w 3395689"/>
              <a:gd name="csY15" fmla="*/ 2983517 h 2983517"/>
              <a:gd name="csX16" fmla="*/ 904550 w 3395689"/>
              <a:gd name="csY16" fmla="*/ 2983517 h 2983517"/>
              <a:gd name="csX17" fmla="*/ 111255 w 3395689"/>
              <a:gd name="csY17" fmla="*/ 2983517 h 2983517"/>
              <a:gd name="csX18" fmla="*/ 0 w 3395689"/>
              <a:gd name="csY18" fmla="*/ 2872262 h 2983517"/>
              <a:gd name="csX19" fmla="*/ 0 w 3395689"/>
              <a:gd name="csY19" fmla="*/ 2264840 h 2983517"/>
              <a:gd name="csX20" fmla="*/ 0 w 3395689"/>
              <a:gd name="csY20" fmla="*/ 1602199 h 2983517"/>
              <a:gd name="csX21" fmla="*/ 0 w 3395689"/>
              <a:gd name="csY21" fmla="*/ 884337 h 2983517"/>
              <a:gd name="csX22" fmla="*/ 0 w 3395689"/>
              <a:gd name="csY22" fmla="*/ 111255 h 29835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5689" h="2983517" fill="none" extrusionOk="0">
                <a:moveTo>
                  <a:pt x="0" y="111255"/>
                </a:moveTo>
                <a:cubicBezTo>
                  <a:pt x="-1605" y="49720"/>
                  <a:pt x="51521" y="1472"/>
                  <a:pt x="111255" y="0"/>
                </a:cubicBezTo>
                <a:cubicBezTo>
                  <a:pt x="334392" y="-10530"/>
                  <a:pt x="434209" y="-29733"/>
                  <a:pt x="745891" y="0"/>
                </a:cubicBezTo>
                <a:cubicBezTo>
                  <a:pt x="1057573" y="29733"/>
                  <a:pt x="1117185" y="-9698"/>
                  <a:pt x="1317063" y="0"/>
                </a:cubicBezTo>
                <a:cubicBezTo>
                  <a:pt x="1516941" y="9698"/>
                  <a:pt x="1705953" y="27975"/>
                  <a:pt x="1983431" y="0"/>
                </a:cubicBezTo>
                <a:cubicBezTo>
                  <a:pt x="2260909" y="-27975"/>
                  <a:pt x="2390408" y="-16814"/>
                  <a:pt x="2554603" y="0"/>
                </a:cubicBezTo>
                <a:cubicBezTo>
                  <a:pt x="2718798" y="16814"/>
                  <a:pt x="3110244" y="-20911"/>
                  <a:pt x="3284434" y="0"/>
                </a:cubicBezTo>
                <a:cubicBezTo>
                  <a:pt x="3338366" y="7604"/>
                  <a:pt x="3391165" y="59493"/>
                  <a:pt x="3395689" y="111255"/>
                </a:cubicBezTo>
                <a:cubicBezTo>
                  <a:pt x="3389482" y="455840"/>
                  <a:pt x="3402646" y="520821"/>
                  <a:pt x="3395689" y="829117"/>
                </a:cubicBezTo>
                <a:cubicBezTo>
                  <a:pt x="3388732" y="1137413"/>
                  <a:pt x="3402705" y="1170224"/>
                  <a:pt x="3395689" y="1436538"/>
                </a:cubicBezTo>
                <a:cubicBezTo>
                  <a:pt x="3388673" y="1702852"/>
                  <a:pt x="3368704" y="1846508"/>
                  <a:pt x="3395689" y="2071570"/>
                </a:cubicBezTo>
                <a:cubicBezTo>
                  <a:pt x="3422674" y="2296632"/>
                  <a:pt x="3430583" y="2475897"/>
                  <a:pt x="3395689" y="2872262"/>
                </a:cubicBezTo>
                <a:cubicBezTo>
                  <a:pt x="3406337" y="2930888"/>
                  <a:pt x="3344044" y="2996219"/>
                  <a:pt x="3284434" y="2983517"/>
                </a:cubicBezTo>
                <a:cubicBezTo>
                  <a:pt x="3114646" y="2985356"/>
                  <a:pt x="2982244" y="2961314"/>
                  <a:pt x="2713262" y="2983517"/>
                </a:cubicBezTo>
                <a:cubicBezTo>
                  <a:pt x="2444280" y="3005720"/>
                  <a:pt x="2380365" y="2993922"/>
                  <a:pt x="2110358" y="2983517"/>
                </a:cubicBezTo>
                <a:cubicBezTo>
                  <a:pt x="1840351" y="2973112"/>
                  <a:pt x="1619248" y="2999744"/>
                  <a:pt x="1475722" y="2983517"/>
                </a:cubicBezTo>
                <a:cubicBezTo>
                  <a:pt x="1332196" y="2967290"/>
                  <a:pt x="1095547" y="3004598"/>
                  <a:pt x="904550" y="2983517"/>
                </a:cubicBezTo>
                <a:cubicBezTo>
                  <a:pt x="713553" y="2962436"/>
                  <a:pt x="329824" y="2965505"/>
                  <a:pt x="111255" y="2983517"/>
                </a:cubicBezTo>
                <a:cubicBezTo>
                  <a:pt x="46759" y="2978066"/>
                  <a:pt x="-6141" y="2936560"/>
                  <a:pt x="0" y="2872262"/>
                </a:cubicBezTo>
                <a:cubicBezTo>
                  <a:pt x="-1873" y="2627661"/>
                  <a:pt x="3353" y="2565988"/>
                  <a:pt x="0" y="2264840"/>
                </a:cubicBezTo>
                <a:cubicBezTo>
                  <a:pt x="-3353" y="1963692"/>
                  <a:pt x="4466" y="1734774"/>
                  <a:pt x="0" y="1602199"/>
                </a:cubicBezTo>
                <a:cubicBezTo>
                  <a:pt x="-4466" y="1469624"/>
                  <a:pt x="-19098" y="1190104"/>
                  <a:pt x="0" y="884337"/>
                </a:cubicBezTo>
                <a:cubicBezTo>
                  <a:pt x="19098" y="578570"/>
                  <a:pt x="-4000" y="386563"/>
                  <a:pt x="0" y="111255"/>
                </a:cubicBezTo>
                <a:close/>
              </a:path>
              <a:path w="3395689" h="2983517" stroke="0" extrusionOk="0">
                <a:moveTo>
                  <a:pt x="0" y="111255"/>
                </a:moveTo>
                <a:cubicBezTo>
                  <a:pt x="-8716" y="44435"/>
                  <a:pt x="48213" y="600"/>
                  <a:pt x="111255" y="0"/>
                </a:cubicBezTo>
                <a:cubicBezTo>
                  <a:pt x="442657" y="-25087"/>
                  <a:pt x="464960" y="31486"/>
                  <a:pt x="809354" y="0"/>
                </a:cubicBezTo>
                <a:cubicBezTo>
                  <a:pt x="1153748" y="-31486"/>
                  <a:pt x="1280905" y="3456"/>
                  <a:pt x="1412258" y="0"/>
                </a:cubicBezTo>
                <a:cubicBezTo>
                  <a:pt x="1543611" y="-3456"/>
                  <a:pt x="1763778" y="-18638"/>
                  <a:pt x="1983431" y="0"/>
                </a:cubicBezTo>
                <a:cubicBezTo>
                  <a:pt x="2203084" y="18638"/>
                  <a:pt x="2512066" y="13613"/>
                  <a:pt x="2649798" y="0"/>
                </a:cubicBezTo>
                <a:cubicBezTo>
                  <a:pt x="2787530" y="-13613"/>
                  <a:pt x="3057990" y="-12142"/>
                  <a:pt x="3284434" y="0"/>
                </a:cubicBezTo>
                <a:cubicBezTo>
                  <a:pt x="3349731" y="-6271"/>
                  <a:pt x="3384757" y="59418"/>
                  <a:pt x="3395689" y="111255"/>
                </a:cubicBezTo>
                <a:cubicBezTo>
                  <a:pt x="3366918" y="318686"/>
                  <a:pt x="3390902" y="645109"/>
                  <a:pt x="3395689" y="801507"/>
                </a:cubicBezTo>
                <a:cubicBezTo>
                  <a:pt x="3400476" y="957905"/>
                  <a:pt x="3374173" y="1112823"/>
                  <a:pt x="3395689" y="1408928"/>
                </a:cubicBezTo>
                <a:cubicBezTo>
                  <a:pt x="3417205" y="1705033"/>
                  <a:pt x="3422688" y="1931879"/>
                  <a:pt x="3395689" y="2099180"/>
                </a:cubicBezTo>
                <a:cubicBezTo>
                  <a:pt x="3368690" y="2266481"/>
                  <a:pt x="3376869" y="2587467"/>
                  <a:pt x="3395689" y="2872262"/>
                </a:cubicBezTo>
                <a:cubicBezTo>
                  <a:pt x="3400901" y="2928556"/>
                  <a:pt x="3357066" y="2976303"/>
                  <a:pt x="3284434" y="2983517"/>
                </a:cubicBezTo>
                <a:cubicBezTo>
                  <a:pt x="3026871" y="2987378"/>
                  <a:pt x="2956904" y="2971114"/>
                  <a:pt x="2649798" y="2983517"/>
                </a:cubicBezTo>
                <a:cubicBezTo>
                  <a:pt x="2342692" y="2995920"/>
                  <a:pt x="2258881" y="3008905"/>
                  <a:pt x="2078626" y="2983517"/>
                </a:cubicBezTo>
                <a:cubicBezTo>
                  <a:pt x="1898371" y="2958129"/>
                  <a:pt x="1595184" y="2975432"/>
                  <a:pt x="1443990" y="2983517"/>
                </a:cubicBezTo>
                <a:cubicBezTo>
                  <a:pt x="1292796" y="2991602"/>
                  <a:pt x="956787" y="3006518"/>
                  <a:pt x="745891" y="2983517"/>
                </a:cubicBezTo>
                <a:cubicBezTo>
                  <a:pt x="534995" y="2960516"/>
                  <a:pt x="397760" y="3000526"/>
                  <a:pt x="111255" y="2983517"/>
                </a:cubicBezTo>
                <a:cubicBezTo>
                  <a:pt x="46021" y="2990294"/>
                  <a:pt x="11405" y="2942181"/>
                  <a:pt x="0" y="2872262"/>
                </a:cubicBezTo>
                <a:cubicBezTo>
                  <a:pt x="20205" y="2720368"/>
                  <a:pt x="17061" y="2450172"/>
                  <a:pt x="0" y="2237230"/>
                </a:cubicBezTo>
                <a:cubicBezTo>
                  <a:pt x="-17061" y="2024288"/>
                  <a:pt x="-20996" y="1758986"/>
                  <a:pt x="0" y="1546979"/>
                </a:cubicBezTo>
                <a:cubicBezTo>
                  <a:pt x="20996" y="1334972"/>
                  <a:pt x="-23208" y="1183958"/>
                  <a:pt x="0" y="911947"/>
                </a:cubicBezTo>
                <a:cubicBezTo>
                  <a:pt x="23208" y="639936"/>
                  <a:pt x="-1919" y="335919"/>
                  <a:pt x="0" y="11125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72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F905345-2745-BD44-BC79-E1D631525B84}"/>
              </a:ext>
            </a:extLst>
          </p:cNvPr>
          <p:cNvCxnSpPr>
            <a:cxnSpLocks/>
          </p:cNvCxnSpPr>
          <p:nvPr/>
        </p:nvCxnSpPr>
        <p:spPr>
          <a:xfrm flipH="1" flipV="1">
            <a:off x="6069535" y="6117864"/>
            <a:ext cx="2013704" cy="74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Elbow Connector 135">
            <a:extLst>
              <a:ext uri="{FF2B5EF4-FFF2-40B4-BE49-F238E27FC236}">
                <a16:creationId xmlns:a16="http://schemas.microsoft.com/office/drawing/2014/main" id="{BB0E20BA-80BD-DBF0-021A-0F65F0C4396D}"/>
              </a:ext>
            </a:extLst>
          </p:cNvPr>
          <p:cNvCxnSpPr>
            <a:cxnSpLocks/>
            <a:stCxn id="117" idx="3"/>
          </p:cNvCxnSpPr>
          <p:nvPr/>
        </p:nvCxnSpPr>
        <p:spPr>
          <a:xfrm>
            <a:off x="7172026" y="4236895"/>
            <a:ext cx="262882" cy="131082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06E99A8-38A9-7286-2C55-518A798851DD}"/>
              </a:ext>
            </a:extLst>
          </p:cNvPr>
          <p:cNvCxnSpPr>
            <a:cxnSpLocks/>
          </p:cNvCxnSpPr>
          <p:nvPr/>
        </p:nvCxnSpPr>
        <p:spPr>
          <a:xfrm flipH="1">
            <a:off x="9489395" y="535644"/>
            <a:ext cx="1249" cy="541565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020A2818-46F7-DEC7-E325-4D7FED57FDED}"/>
              </a:ext>
            </a:extLst>
          </p:cNvPr>
          <p:cNvSpPr/>
          <p:nvPr/>
        </p:nvSpPr>
        <p:spPr>
          <a:xfrm>
            <a:off x="8077244" y="995793"/>
            <a:ext cx="3083708" cy="52879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EEE2D18-D3FC-362C-2FA7-2924A1C952C7}"/>
              </a:ext>
            </a:extLst>
          </p:cNvPr>
          <p:cNvCxnSpPr>
            <a:cxnSpLocks/>
          </p:cNvCxnSpPr>
          <p:nvPr/>
        </p:nvCxnSpPr>
        <p:spPr>
          <a:xfrm>
            <a:off x="9479817" y="1422996"/>
            <a:ext cx="0" cy="4550678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D6D6820-ABAF-F26A-174F-1489A94E055B}"/>
              </a:ext>
            </a:extLst>
          </p:cNvPr>
          <p:cNvCxnSpPr>
            <a:cxnSpLocks/>
          </p:cNvCxnSpPr>
          <p:nvPr/>
        </p:nvCxnSpPr>
        <p:spPr>
          <a:xfrm flipH="1">
            <a:off x="6065562" y="539875"/>
            <a:ext cx="1" cy="5584959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2C340DC2-444C-5AEC-CAF7-7465488BBD0E}"/>
              </a:ext>
            </a:extLst>
          </p:cNvPr>
          <p:cNvSpPr/>
          <p:nvPr/>
        </p:nvSpPr>
        <p:spPr>
          <a:xfrm>
            <a:off x="4656303" y="977582"/>
            <a:ext cx="2578634" cy="17948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6EE070D-2828-FB74-84F5-23C27F4ED4D8}"/>
              </a:ext>
            </a:extLst>
          </p:cNvPr>
          <p:cNvCxnSpPr>
            <a:cxnSpLocks/>
          </p:cNvCxnSpPr>
          <p:nvPr/>
        </p:nvCxnSpPr>
        <p:spPr>
          <a:xfrm>
            <a:off x="2227325" y="2640254"/>
            <a:ext cx="0" cy="4279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061E8E3-7AAD-E49E-7A05-755BDD96E19D}"/>
              </a:ext>
            </a:extLst>
          </p:cNvPr>
          <p:cNvSpPr/>
          <p:nvPr/>
        </p:nvSpPr>
        <p:spPr>
          <a:xfrm>
            <a:off x="8397645" y="1121792"/>
            <a:ext cx="2066434" cy="2919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Bootstrapping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B6C9CB-5EA0-B1DF-67FC-FDF3E78E4398}"/>
              </a:ext>
            </a:extLst>
          </p:cNvPr>
          <p:cNvSpPr txBox="1"/>
          <p:nvPr/>
        </p:nvSpPr>
        <p:spPr>
          <a:xfrm rot="5400000">
            <a:off x="2994995" y="1481326"/>
            <a:ext cx="15500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" b="1" dirty="0"/>
              <a:t>repeat</a:t>
            </a:r>
            <a:r>
              <a:rPr lang="en-US" sz="1150" dirty="0"/>
              <a:t> - n x datasets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8AFDE0-F7FC-BD79-92B2-B8903C7D0261}"/>
              </a:ext>
            </a:extLst>
          </p:cNvPr>
          <p:cNvSpPr/>
          <p:nvPr/>
        </p:nvSpPr>
        <p:spPr>
          <a:xfrm>
            <a:off x="4772710" y="1099525"/>
            <a:ext cx="2066434" cy="28284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Multiple imputation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2FA367-51DA-CA1C-4D65-782FF4D73D20}"/>
              </a:ext>
            </a:extLst>
          </p:cNvPr>
          <p:cNvSpPr/>
          <p:nvPr/>
        </p:nvSpPr>
        <p:spPr>
          <a:xfrm>
            <a:off x="4777272" y="1516955"/>
            <a:ext cx="2066434" cy="282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Variable selection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B6B5D50-2ED5-6FF3-B1E8-E000DDC0EC21}"/>
              </a:ext>
            </a:extLst>
          </p:cNvPr>
          <p:cNvSpPr/>
          <p:nvPr/>
        </p:nvSpPr>
        <p:spPr>
          <a:xfrm>
            <a:off x="4777272" y="1937495"/>
            <a:ext cx="2066434" cy="282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Model fitting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A3E709B-11E8-6132-871C-C15CB554F082}"/>
              </a:ext>
            </a:extLst>
          </p:cNvPr>
          <p:cNvSpPr/>
          <p:nvPr/>
        </p:nvSpPr>
        <p:spPr>
          <a:xfrm>
            <a:off x="4772710" y="2349507"/>
            <a:ext cx="2066434" cy="27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Estimate AP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981515E-3113-860C-6CB0-4DFDE58D0E27}"/>
              </a:ext>
            </a:extLst>
          </p:cNvPr>
          <p:cNvSpPr/>
          <p:nvPr/>
        </p:nvSpPr>
        <p:spPr>
          <a:xfrm>
            <a:off x="4903342" y="2776230"/>
            <a:ext cx="2066434" cy="2919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Apply Rubin’s rules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16B7262-A1C9-8D56-555E-4F668E8A55ED}"/>
              </a:ext>
            </a:extLst>
          </p:cNvPr>
          <p:cNvCxnSpPr>
            <a:cxnSpLocks/>
          </p:cNvCxnSpPr>
          <p:nvPr/>
        </p:nvCxnSpPr>
        <p:spPr>
          <a:xfrm>
            <a:off x="6850030" y="1162432"/>
            <a:ext cx="863879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BDFD12FE-64E8-1B1D-E603-E450E61FF3C3}"/>
              </a:ext>
            </a:extLst>
          </p:cNvPr>
          <p:cNvSpPr/>
          <p:nvPr/>
        </p:nvSpPr>
        <p:spPr>
          <a:xfrm>
            <a:off x="8223099" y="1694240"/>
            <a:ext cx="2578634" cy="17948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338538E-560A-7AD6-7B29-94D15049EE64}"/>
              </a:ext>
            </a:extLst>
          </p:cNvPr>
          <p:cNvSpPr/>
          <p:nvPr/>
        </p:nvSpPr>
        <p:spPr>
          <a:xfrm>
            <a:off x="8339506" y="1816183"/>
            <a:ext cx="2066434" cy="28284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Multiple imputation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A55AC99-5EDF-ECBA-B4E1-04812EB78FF1}"/>
              </a:ext>
            </a:extLst>
          </p:cNvPr>
          <p:cNvSpPr/>
          <p:nvPr/>
        </p:nvSpPr>
        <p:spPr>
          <a:xfrm>
            <a:off x="8344068" y="2233613"/>
            <a:ext cx="2066434" cy="282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Variable selection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FA4045D-7458-E21C-761C-EB8B73F78297}"/>
              </a:ext>
            </a:extLst>
          </p:cNvPr>
          <p:cNvSpPr/>
          <p:nvPr/>
        </p:nvSpPr>
        <p:spPr>
          <a:xfrm>
            <a:off x="8344068" y="2665039"/>
            <a:ext cx="2066434" cy="282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Model fitting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03CE8B5-BDE7-FB19-15D3-7EAAE079B153}"/>
              </a:ext>
            </a:extLst>
          </p:cNvPr>
          <p:cNvCxnSpPr>
            <a:cxnSpLocks/>
          </p:cNvCxnSpPr>
          <p:nvPr/>
        </p:nvCxnSpPr>
        <p:spPr>
          <a:xfrm>
            <a:off x="7712085" y="4898903"/>
            <a:ext cx="612706" cy="1088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3BEC5F6-D797-A752-F76A-4EFBC5A684C4}"/>
              </a:ext>
            </a:extLst>
          </p:cNvPr>
          <p:cNvSpPr/>
          <p:nvPr/>
        </p:nvSpPr>
        <p:spPr>
          <a:xfrm>
            <a:off x="8339506" y="3087937"/>
            <a:ext cx="2066434" cy="27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Estimate AP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E49898-AC89-2D9C-D565-9C80A62BBC13}"/>
              </a:ext>
            </a:extLst>
          </p:cNvPr>
          <p:cNvSpPr txBox="1"/>
          <p:nvPr/>
        </p:nvSpPr>
        <p:spPr>
          <a:xfrm rot="5400000">
            <a:off x="10050547" y="2462142"/>
            <a:ext cx="1819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" b="1" dirty="0"/>
              <a:t>repeat</a:t>
            </a:r>
            <a:r>
              <a:rPr lang="en-US" sz="1150" dirty="0"/>
              <a:t> - m x imputations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559F57-B5C4-78B2-B18E-D69A12C09932}"/>
              </a:ext>
            </a:extLst>
          </p:cNvPr>
          <p:cNvSpPr txBox="1"/>
          <p:nvPr/>
        </p:nvSpPr>
        <p:spPr>
          <a:xfrm rot="5400000">
            <a:off x="10220826" y="3321696"/>
            <a:ext cx="2221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" b="1" dirty="0"/>
              <a:t>repeat</a:t>
            </a:r>
            <a:r>
              <a:rPr lang="en-US" sz="1150" dirty="0"/>
              <a:t> - b x bootstrap samples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EDA7456-CBD4-1BDD-ED32-49E3CCF733B1}"/>
              </a:ext>
            </a:extLst>
          </p:cNvPr>
          <p:cNvSpPr/>
          <p:nvPr/>
        </p:nvSpPr>
        <p:spPr>
          <a:xfrm>
            <a:off x="8397002" y="3490156"/>
            <a:ext cx="2066434" cy="2919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Apply Rubin’s rules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A005E50-A16B-EA87-DBFD-178B5A9074EE}"/>
              </a:ext>
            </a:extLst>
          </p:cNvPr>
          <p:cNvSpPr/>
          <p:nvPr/>
        </p:nvSpPr>
        <p:spPr>
          <a:xfrm>
            <a:off x="5319465" y="3348996"/>
            <a:ext cx="1574689" cy="2919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Original model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972D528-74F6-2FD9-D705-042BA6973D36}"/>
              </a:ext>
            </a:extLst>
          </p:cNvPr>
          <p:cNvSpPr/>
          <p:nvPr/>
        </p:nvSpPr>
        <p:spPr>
          <a:xfrm>
            <a:off x="8642874" y="4004188"/>
            <a:ext cx="1574689" cy="2919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Bootstrap model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CE1C1B3-4CF5-7CA5-0784-C80AD41E1467}"/>
              </a:ext>
            </a:extLst>
          </p:cNvPr>
          <p:cNvSpPr/>
          <p:nvPr/>
        </p:nvSpPr>
        <p:spPr>
          <a:xfrm>
            <a:off x="8230646" y="4530071"/>
            <a:ext cx="2344610" cy="8432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18C22AA-CDFD-B5A4-AE55-4E9C3E623992}"/>
              </a:ext>
            </a:extLst>
          </p:cNvPr>
          <p:cNvSpPr/>
          <p:nvPr/>
        </p:nvSpPr>
        <p:spPr>
          <a:xfrm>
            <a:off x="8354039" y="4671981"/>
            <a:ext cx="2099154" cy="56523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Evaluate BP </a:t>
            </a:r>
          </a:p>
          <a:p>
            <a:pPr algn="ctr"/>
            <a:r>
              <a:rPr lang="en-US" sz="1150" dirty="0"/>
              <a:t>in original dataset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919C139-A9DD-4131-9E86-17A643916FDC}"/>
              </a:ext>
            </a:extLst>
          </p:cNvPr>
          <p:cNvCxnSpPr>
            <a:cxnSpLocks/>
          </p:cNvCxnSpPr>
          <p:nvPr/>
        </p:nvCxnSpPr>
        <p:spPr>
          <a:xfrm flipV="1">
            <a:off x="7722970" y="1162432"/>
            <a:ext cx="0" cy="373647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6CEE3E9-B439-2B38-025A-8DF35BDDFF9C}"/>
              </a:ext>
            </a:extLst>
          </p:cNvPr>
          <p:cNvSpPr/>
          <p:nvPr/>
        </p:nvSpPr>
        <p:spPr>
          <a:xfrm>
            <a:off x="8357449" y="5373338"/>
            <a:ext cx="2106630" cy="29197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Apply Rubin’s rules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CFA5D94-22A7-2E89-4B00-39C0B0FB01F6}"/>
              </a:ext>
            </a:extLst>
          </p:cNvPr>
          <p:cNvSpPr txBox="1"/>
          <p:nvPr/>
        </p:nvSpPr>
        <p:spPr>
          <a:xfrm rot="5400000">
            <a:off x="10215073" y="4809312"/>
            <a:ext cx="1250342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150" b="1" dirty="0"/>
              <a:t>repeat</a:t>
            </a:r>
            <a:r>
              <a:rPr lang="en-US" sz="1150" dirty="0"/>
              <a:t> – </a:t>
            </a:r>
          </a:p>
          <a:p>
            <a:pPr algn="ctr"/>
            <a:r>
              <a:rPr lang="en-US" sz="1150" dirty="0"/>
              <a:t>m x imputations</a:t>
            </a:r>
          </a:p>
        </p:txBody>
      </p:sp>
      <p:sp>
        <p:nvSpPr>
          <p:cNvPr id="107" name="Down Arrow 106">
            <a:extLst>
              <a:ext uri="{FF2B5EF4-FFF2-40B4-BE49-F238E27FC236}">
                <a16:creationId xmlns:a16="http://schemas.microsoft.com/office/drawing/2014/main" id="{2B660467-BA9B-2DB3-4A4B-384F1AC8BA27}"/>
              </a:ext>
            </a:extLst>
          </p:cNvPr>
          <p:cNvSpPr/>
          <p:nvPr/>
        </p:nvSpPr>
        <p:spPr>
          <a:xfrm>
            <a:off x="6959170" y="1241681"/>
            <a:ext cx="143637" cy="139207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sp>
        <p:nvSpPr>
          <p:cNvPr id="108" name="Down Arrow 107">
            <a:extLst>
              <a:ext uri="{FF2B5EF4-FFF2-40B4-BE49-F238E27FC236}">
                <a16:creationId xmlns:a16="http://schemas.microsoft.com/office/drawing/2014/main" id="{0E4E0F15-6D43-2045-D362-08C091FE7451}"/>
              </a:ext>
            </a:extLst>
          </p:cNvPr>
          <p:cNvSpPr/>
          <p:nvPr/>
        </p:nvSpPr>
        <p:spPr>
          <a:xfrm>
            <a:off x="10521219" y="1895605"/>
            <a:ext cx="143637" cy="139207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C19DC76-6F4B-EED9-DDD2-B05BFA6A51C3}"/>
              </a:ext>
            </a:extLst>
          </p:cNvPr>
          <p:cNvSpPr/>
          <p:nvPr/>
        </p:nvSpPr>
        <p:spPr>
          <a:xfrm>
            <a:off x="8261807" y="5896689"/>
            <a:ext cx="2412920" cy="27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Estimate optimism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DC1C329-7D6C-784D-51DD-A86E16419D29}"/>
              </a:ext>
            </a:extLst>
          </p:cNvPr>
          <p:cNvSpPr/>
          <p:nvPr/>
        </p:nvSpPr>
        <p:spPr>
          <a:xfrm>
            <a:off x="4748182" y="4651312"/>
            <a:ext cx="2412920" cy="27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Estimate average optimism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193239E-6B03-5B69-7A3C-38615195CB3E}"/>
              </a:ext>
            </a:extLst>
          </p:cNvPr>
          <p:cNvSpPr/>
          <p:nvPr/>
        </p:nvSpPr>
        <p:spPr>
          <a:xfrm>
            <a:off x="6321116" y="5494924"/>
            <a:ext cx="1419744" cy="537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Optimism adjusted model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C4629B5-33D7-4A3C-CA2C-3614E38D9B4A}"/>
              </a:ext>
            </a:extLst>
          </p:cNvPr>
          <p:cNvSpPr/>
          <p:nvPr/>
        </p:nvSpPr>
        <p:spPr>
          <a:xfrm>
            <a:off x="4739160" y="4002501"/>
            <a:ext cx="2432866" cy="4687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Adjust coefficients and performance for optimism</a:t>
            </a:r>
          </a:p>
        </p:txBody>
      </p:sp>
      <p:cxnSp>
        <p:nvCxnSpPr>
          <p:cNvPr id="128" name="Elbow Connector 127">
            <a:extLst>
              <a:ext uri="{FF2B5EF4-FFF2-40B4-BE49-F238E27FC236}">
                <a16:creationId xmlns:a16="http://schemas.microsoft.com/office/drawing/2014/main" id="{559521B1-7829-0FF1-D7C9-4C994DD0C459}"/>
              </a:ext>
            </a:extLst>
          </p:cNvPr>
          <p:cNvCxnSpPr>
            <a:cxnSpLocks/>
          </p:cNvCxnSpPr>
          <p:nvPr/>
        </p:nvCxnSpPr>
        <p:spPr>
          <a:xfrm flipV="1">
            <a:off x="3494575" y="537663"/>
            <a:ext cx="5995116" cy="2603463"/>
          </a:xfrm>
          <a:prstGeom prst="bentConnector3">
            <a:avLst>
              <a:gd name="adj1" fmla="val 1271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2D11484-44CB-7D13-B078-99B7782D9326}"/>
              </a:ext>
            </a:extLst>
          </p:cNvPr>
          <p:cNvSpPr/>
          <p:nvPr/>
        </p:nvSpPr>
        <p:spPr>
          <a:xfrm>
            <a:off x="4739160" y="5134851"/>
            <a:ext cx="2412920" cy="271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Review model stability</a:t>
            </a:r>
          </a:p>
        </p:txBody>
      </p:sp>
      <p:sp>
        <p:nvSpPr>
          <p:cNvPr id="147" name="Triangle 146">
            <a:extLst>
              <a:ext uri="{FF2B5EF4-FFF2-40B4-BE49-F238E27FC236}">
                <a16:creationId xmlns:a16="http://schemas.microsoft.com/office/drawing/2014/main" id="{CCA38A25-784D-245F-E83A-609FC3764ECC}"/>
              </a:ext>
            </a:extLst>
          </p:cNvPr>
          <p:cNvSpPr/>
          <p:nvPr/>
        </p:nvSpPr>
        <p:spPr>
          <a:xfrm rot="10800000">
            <a:off x="2206321" y="2812833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48" name="Triangle 147">
            <a:extLst>
              <a:ext uri="{FF2B5EF4-FFF2-40B4-BE49-F238E27FC236}">
                <a16:creationId xmlns:a16="http://schemas.microsoft.com/office/drawing/2014/main" id="{685F26A8-601B-FBBF-965B-3154550C7E9E}"/>
              </a:ext>
            </a:extLst>
          </p:cNvPr>
          <p:cNvSpPr/>
          <p:nvPr/>
        </p:nvSpPr>
        <p:spPr>
          <a:xfrm>
            <a:off x="4226552" y="1586719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49" name="Triangle 148">
            <a:extLst>
              <a:ext uri="{FF2B5EF4-FFF2-40B4-BE49-F238E27FC236}">
                <a16:creationId xmlns:a16="http://schemas.microsoft.com/office/drawing/2014/main" id="{439B8471-6515-D6C1-EF6E-9C683A921DB2}"/>
              </a:ext>
            </a:extLst>
          </p:cNvPr>
          <p:cNvSpPr/>
          <p:nvPr/>
        </p:nvSpPr>
        <p:spPr>
          <a:xfrm rot="10800000">
            <a:off x="6042912" y="3171700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50" name="Triangle 149">
            <a:extLst>
              <a:ext uri="{FF2B5EF4-FFF2-40B4-BE49-F238E27FC236}">
                <a16:creationId xmlns:a16="http://schemas.microsoft.com/office/drawing/2014/main" id="{79E03057-4476-D8D9-9EFF-BEFC6EC6D238}"/>
              </a:ext>
            </a:extLst>
          </p:cNvPr>
          <p:cNvSpPr/>
          <p:nvPr/>
        </p:nvSpPr>
        <p:spPr>
          <a:xfrm rot="10800000">
            <a:off x="6042912" y="3802211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51" name="Triangle 150">
            <a:extLst>
              <a:ext uri="{FF2B5EF4-FFF2-40B4-BE49-F238E27FC236}">
                <a16:creationId xmlns:a16="http://schemas.microsoft.com/office/drawing/2014/main" id="{E564408A-E95A-DA70-3963-D1913D17CEC7}"/>
              </a:ext>
            </a:extLst>
          </p:cNvPr>
          <p:cNvSpPr/>
          <p:nvPr/>
        </p:nvSpPr>
        <p:spPr>
          <a:xfrm rot="10800000">
            <a:off x="7412049" y="4723324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52" name="Triangle 151">
            <a:extLst>
              <a:ext uri="{FF2B5EF4-FFF2-40B4-BE49-F238E27FC236}">
                <a16:creationId xmlns:a16="http://schemas.microsoft.com/office/drawing/2014/main" id="{E4EDC63F-E59D-1AE5-FBCB-F45B3DEBD64E}"/>
              </a:ext>
            </a:extLst>
          </p:cNvPr>
          <p:cNvSpPr/>
          <p:nvPr/>
        </p:nvSpPr>
        <p:spPr>
          <a:xfrm>
            <a:off x="6041836" y="4530389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53" name="Triangle 152">
            <a:extLst>
              <a:ext uri="{FF2B5EF4-FFF2-40B4-BE49-F238E27FC236}">
                <a16:creationId xmlns:a16="http://schemas.microsoft.com/office/drawing/2014/main" id="{2B261D01-879C-93C1-E82F-DC74F6565B1B}"/>
              </a:ext>
            </a:extLst>
          </p:cNvPr>
          <p:cNvSpPr/>
          <p:nvPr/>
        </p:nvSpPr>
        <p:spPr>
          <a:xfrm>
            <a:off x="6043549" y="5010108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57" name="Triangle 156">
            <a:extLst>
              <a:ext uri="{FF2B5EF4-FFF2-40B4-BE49-F238E27FC236}">
                <a16:creationId xmlns:a16="http://schemas.microsoft.com/office/drawing/2014/main" id="{8DCFA658-7030-E5B9-E60A-01BC9E3B4E04}"/>
              </a:ext>
            </a:extLst>
          </p:cNvPr>
          <p:cNvSpPr/>
          <p:nvPr/>
        </p:nvSpPr>
        <p:spPr>
          <a:xfrm>
            <a:off x="6043742" y="5713448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58" name="Triangle 157">
            <a:extLst>
              <a:ext uri="{FF2B5EF4-FFF2-40B4-BE49-F238E27FC236}">
                <a16:creationId xmlns:a16="http://schemas.microsoft.com/office/drawing/2014/main" id="{BAEBC7BC-2518-D296-2260-1232DD461748}"/>
              </a:ext>
            </a:extLst>
          </p:cNvPr>
          <p:cNvSpPr/>
          <p:nvPr/>
        </p:nvSpPr>
        <p:spPr>
          <a:xfrm rot="10800000">
            <a:off x="6042912" y="808821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59" name="Triangle 158">
            <a:extLst>
              <a:ext uri="{FF2B5EF4-FFF2-40B4-BE49-F238E27FC236}">
                <a16:creationId xmlns:a16="http://schemas.microsoft.com/office/drawing/2014/main" id="{228B6CD0-D617-192F-FE4B-17711FA5AA11}"/>
              </a:ext>
            </a:extLst>
          </p:cNvPr>
          <p:cNvSpPr/>
          <p:nvPr/>
        </p:nvSpPr>
        <p:spPr>
          <a:xfrm rot="10800000">
            <a:off x="9466832" y="820251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60" name="Triangle 159">
            <a:extLst>
              <a:ext uri="{FF2B5EF4-FFF2-40B4-BE49-F238E27FC236}">
                <a16:creationId xmlns:a16="http://schemas.microsoft.com/office/drawing/2014/main" id="{4D35F268-94D4-6BA6-4AFC-5E062C128C12}"/>
              </a:ext>
            </a:extLst>
          </p:cNvPr>
          <p:cNvSpPr/>
          <p:nvPr/>
        </p:nvSpPr>
        <p:spPr>
          <a:xfrm rot="10800000">
            <a:off x="9456672" y="1542881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61" name="Triangle 160">
            <a:extLst>
              <a:ext uri="{FF2B5EF4-FFF2-40B4-BE49-F238E27FC236}">
                <a16:creationId xmlns:a16="http://schemas.microsoft.com/office/drawing/2014/main" id="{DC63694D-1221-9D3B-E9B2-338B9B8FC449}"/>
              </a:ext>
            </a:extLst>
          </p:cNvPr>
          <p:cNvSpPr/>
          <p:nvPr/>
        </p:nvSpPr>
        <p:spPr>
          <a:xfrm rot="10800000">
            <a:off x="9456672" y="4391278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62" name="Triangle 161">
            <a:extLst>
              <a:ext uri="{FF2B5EF4-FFF2-40B4-BE49-F238E27FC236}">
                <a16:creationId xmlns:a16="http://schemas.microsoft.com/office/drawing/2014/main" id="{EC2251C8-EC46-7EA8-E471-8BF67C26955C}"/>
              </a:ext>
            </a:extLst>
          </p:cNvPr>
          <p:cNvSpPr/>
          <p:nvPr/>
        </p:nvSpPr>
        <p:spPr>
          <a:xfrm rot="10800000">
            <a:off x="9456671" y="3874052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63" name="Triangle 162">
            <a:extLst>
              <a:ext uri="{FF2B5EF4-FFF2-40B4-BE49-F238E27FC236}">
                <a16:creationId xmlns:a16="http://schemas.microsoft.com/office/drawing/2014/main" id="{F6ED327B-B085-D010-9A93-87599CB3256F}"/>
              </a:ext>
            </a:extLst>
          </p:cNvPr>
          <p:cNvSpPr/>
          <p:nvPr/>
        </p:nvSpPr>
        <p:spPr>
          <a:xfrm rot="10800000">
            <a:off x="9456671" y="5758343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AC2FBC2-36F0-3BAB-B814-08F15D2D0BBD}"/>
              </a:ext>
            </a:extLst>
          </p:cNvPr>
          <p:cNvSpPr txBox="1"/>
          <p:nvPr/>
        </p:nvSpPr>
        <p:spPr>
          <a:xfrm rot="5400000">
            <a:off x="6483751" y="1789027"/>
            <a:ext cx="1819922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150" b="1" dirty="0"/>
              <a:t>repeat</a:t>
            </a:r>
            <a:r>
              <a:rPr lang="en-US" sz="1150" dirty="0"/>
              <a:t> - m x imputations</a:t>
            </a:r>
          </a:p>
        </p:txBody>
      </p:sp>
      <p:sp>
        <p:nvSpPr>
          <p:cNvPr id="165" name="Triangle 164">
            <a:extLst>
              <a:ext uri="{FF2B5EF4-FFF2-40B4-BE49-F238E27FC236}">
                <a16:creationId xmlns:a16="http://schemas.microsoft.com/office/drawing/2014/main" id="{623486EF-BB02-43F4-2591-E86128508424}"/>
              </a:ext>
            </a:extLst>
          </p:cNvPr>
          <p:cNvSpPr/>
          <p:nvPr/>
        </p:nvSpPr>
        <p:spPr>
          <a:xfrm rot="10800000">
            <a:off x="7698316" y="3047988"/>
            <a:ext cx="45719" cy="55386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>
              <a:solidFill>
                <a:schemeClr val="accent1"/>
              </a:solidFill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F2949736-029C-1DB0-591A-C9A5F30CFF53}"/>
              </a:ext>
            </a:extLst>
          </p:cNvPr>
          <p:cNvSpPr/>
          <p:nvPr/>
        </p:nvSpPr>
        <p:spPr>
          <a:xfrm>
            <a:off x="835253" y="2952225"/>
            <a:ext cx="366936" cy="3669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A4345630-1F12-3F99-0795-9D542D6A6919}"/>
              </a:ext>
            </a:extLst>
          </p:cNvPr>
          <p:cNvSpPr/>
          <p:nvPr/>
        </p:nvSpPr>
        <p:spPr>
          <a:xfrm>
            <a:off x="4656331" y="3272817"/>
            <a:ext cx="366936" cy="3669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EDF4ABD2-E0F4-6FD9-0D56-F3CDB7F6E051}"/>
              </a:ext>
            </a:extLst>
          </p:cNvPr>
          <p:cNvSpPr/>
          <p:nvPr/>
        </p:nvSpPr>
        <p:spPr>
          <a:xfrm>
            <a:off x="4999201" y="5665315"/>
            <a:ext cx="366936" cy="3669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8AF1FD2A-9CCE-F3D9-CC01-3AFC89E9FDB5}"/>
              </a:ext>
            </a:extLst>
          </p:cNvPr>
          <p:cNvSpPr/>
          <p:nvPr/>
        </p:nvSpPr>
        <p:spPr>
          <a:xfrm>
            <a:off x="1336109" y="4779153"/>
            <a:ext cx="2566673" cy="487509"/>
          </a:xfrm>
          <a:custGeom>
            <a:avLst/>
            <a:gdLst>
              <a:gd name="csX0" fmla="*/ 0 w 2566673"/>
              <a:gd name="csY0" fmla="*/ 18179 h 487509"/>
              <a:gd name="csX1" fmla="*/ 18179 w 2566673"/>
              <a:gd name="csY1" fmla="*/ 0 h 487509"/>
              <a:gd name="csX2" fmla="*/ 676061 w 2566673"/>
              <a:gd name="csY2" fmla="*/ 0 h 487509"/>
              <a:gd name="csX3" fmla="*/ 1258033 w 2566673"/>
              <a:gd name="csY3" fmla="*/ 0 h 487509"/>
              <a:gd name="csX4" fmla="*/ 1941218 w 2566673"/>
              <a:gd name="csY4" fmla="*/ 0 h 487509"/>
              <a:gd name="csX5" fmla="*/ 2548494 w 2566673"/>
              <a:gd name="csY5" fmla="*/ 0 h 487509"/>
              <a:gd name="csX6" fmla="*/ 2566673 w 2566673"/>
              <a:gd name="csY6" fmla="*/ 18179 h 487509"/>
              <a:gd name="csX7" fmla="*/ 2566673 w 2566673"/>
              <a:gd name="csY7" fmla="*/ 469330 h 487509"/>
              <a:gd name="csX8" fmla="*/ 2548494 w 2566673"/>
              <a:gd name="csY8" fmla="*/ 487509 h 487509"/>
              <a:gd name="csX9" fmla="*/ 1865309 w 2566673"/>
              <a:gd name="csY9" fmla="*/ 487509 h 487509"/>
              <a:gd name="csX10" fmla="*/ 1207427 w 2566673"/>
              <a:gd name="csY10" fmla="*/ 487509 h 487509"/>
              <a:gd name="csX11" fmla="*/ 625455 w 2566673"/>
              <a:gd name="csY11" fmla="*/ 487509 h 487509"/>
              <a:gd name="csX12" fmla="*/ 18179 w 2566673"/>
              <a:gd name="csY12" fmla="*/ 487509 h 487509"/>
              <a:gd name="csX13" fmla="*/ 0 w 2566673"/>
              <a:gd name="csY13" fmla="*/ 469330 h 487509"/>
              <a:gd name="csX14" fmla="*/ 0 w 2566673"/>
              <a:gd name="csY14" fmla="*/ 18179 h 487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566673" h="487509" fill="none" extrusionOk="0">
                <a:moveTo>
                  <a:pt x="0" y="18179"/>
                </a:moveTo>
                <a:cubicBezTo>
                  <a:pt x="-403" y="7318"/>
                  <a:pt x="8304" y="-2231"/>
                  <a:pt x="18179" y="0"/>
                </a:cubicBezTo>
                <a:cubicBezTo>
                  <a:pt x="236192" y="-25638"/>
                  <a:pt x="377586" y="15018"/>
                  <a:pt x="676061" y="0"/>
                </a:cubicBezTo>
                <a:cubicBezTo>
                  <a:pt x="974536" y="-15018"/>
                  <a:pt x="1111478" y="13021"/>
                  <a:pt x="1258033" y="0"/>
                </a:cubicBezTo>
                <a:cubicBezTo>
                  <a:pt x="1404588" y="-13021"/>
                  <a:pt x="1726243" y="-6550"/>
                  <a:pt x="1941218" y="0"/>
                </a:cubicBezTo>
                <a:cubicBezTo>
                  <a:pt x="2156194" y="6550"/>
                  <a:pt x="2260075" y="21306"/>
                  <a:pt x="2548494" y="0"/>
                </a:cubicBezTo>
                <a:cubicBezTo>
                  <a:pt x="2559574" y="2059"/>
                  <a:pt x="2565152" y="8941"/>
                  <a:pt x="2566673" y="18179"/>
                </a:cubicBezTo>
                <a:cubicBezTo>
                  <a:pt x="2581683" y="145118"/>
                  <a:pt x="2557975" y="365867"/>
                  <a:pt x="2566673" y="469330"/>
                </a:cubicBezTo>
                <a:cubicBezTo>
                  <a:pt x="2567423" y="477062"/>
                  <a:pt x="2559205" y="488234"/>
                  <a:pt x="2548494" y="487509"/>
                </a:cubicBezTo>
                <a:cubicBezTo>
                  <a:pt x="2271703" y="504827"/>
                  <a:pt x="2050480" y="477659"/>
                  <a:pt x="1865309" y="487509"/>
                </a:cubicBezTo>
                <a:cubicBezTo>
                  <a:pt x="1680138" y="497359"/>
                  <a:pt x="1526056" y="477221"/>
                  <a:pt x="1207427" y="487509"/>
                </a:cubicBezTo>
                <a:cubicBezTo>
                  <a:pt x="888798" y="497797"/>
                  <a:pt x="845749" y="492061"/>
                  <a:pt x="625455" y="487509"/>
                </a:cubicBezTo>
                <a:cubicBezTo>
                  <a:pt x="405161" y="482957"/>
                  <a:pt x="211556" y="498934"/>
                  <a:pt x="18179" y="487509"/>
                </a:cubicBezTo>
                <a:cubicBezTo>
                  <a:pt x="7319" y="488339"/>
                  <a:pt x="-1004" y="481518"/>
                  <a:pt x="0" y="469330"/>
                </a:cubicBezTo>
                <a:cubicBezTo>
                  <a:pt x="10775" y="285025"/>
                  <a:pt x="15128" y="242051"/>
                  <a:pt x="0" y="18179"/>
                </a:cubicBezTo>
                <a:close/>
              </a:path>
              <a:path w="2566673" h="487509" stroke="0" extrusionOk="0">
                <a:moveTo>
                  <a:pt x="0" y="18179"/>
                </a:moveTo>
                <a:cubicBezTo>
                  <a:pt x="-1208" y="7394"/>
                  <a:pt x="6453" y="633"/>
                  <a:pt x="18179" y="0"/>
                </a:cubicBezTo>
                <a:cubicBezTo>
                  <a:pt x="170755" y="-28978"/>
                  <a:pt x="551564" y="23141"/>
                  <a:pt x="701364" y="0"/>
                </a:cubicBezTo>
                <a:cubicBezTo>
                  <a:pt x="851165" y="-23141"/>
                  <a:pt x="1152494" y="-17600"/>
                  <a:pt x="1308640" y="0"/>
                </a:cubicBezTo>
                <a:cubicBezTo>
                  <a:pt x="1464786" y="17600"/>
                  <a:pt x="1639290" y="-28441"/>
                  <a:pt x="1890612" y="0"/>
                </a:cubicBezTo>
                <a:cubicBezTo>
                  <a:pt x="2141934" y="28441"/>
                  <a:pt x="2408635" y="29855"/>
                  <a:pt x="2548494" y="0"/>
                </a:cubicBezTo>
                <a:cubicBezTo>
                  <a:pt x="2559624" y="-2244"/>
                  <a:pt x="2564626" y="7826"/>
                  <a:pt x="2566673" y="18179"/>
                </a:cubicBezTo>
                <a:cubicBezTo>
                  <a:pt x="2569819" y="133437"/>
                  <a:pt x="2548047" y="301753"/>
                  <a:pt x="2566673" y="469330"/>
                </a:cubicBezTo>
                <a:cubicBezTo>
                  <a:pt x="2565880" y="480683"/>
                  <a:pt x="2557151" y="485904"/>
                  <a:pt x="2548494" y="487509"/>
                </a:cubicBezTo>
                <a:cubicBezTo>
                  <a:pt x="2400582" y="507635"/>
                  <a:pt x="2121396" y="493601"/>
                  <a:pt x="1966522" y="487509"/>
                </a:cubicBezTo>
                <a:cubicBezTo>
                  <a:pt x="1811648" y="481417"/>
                  <a:pt x="1600138" y="460749"/>
                  <a:pt x="1333943" y="487509"/>
                </a:cubicBezTo>
                <a:cubicBezTo>
                  <a:pt x="1067748" y="514269"/>
                  <a:pt x="888845" y="504643"/>
                  <a:pt x="726667" y="487509"/>
                </a:cubicBezTo>
                <a:cubicBezTo>
                  <a:pt x="564489" y="470375"/>
                  <a:pt x="328933" y="461983"/>
                  <a:pt x="18179" y="487509"/>
                </a:cubicBezTo>
                <a:cubicBezTo>
                  <a:pt x="9312" y="486053"/>
                  <a:pt x="-1777" y="478683"/>
                  <a:pt x="0" y="469330"/>
                </a:cubicBezTo>
                <a:cubicBezTo>
                  <a:pt x="-6923" y="368499"/>
                  <a:pt x="20087" y="213211"/>
                  <a:pt x="0" y="18179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72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A2F827EF-0474-F23C-D30D-4CFA3252D810}"/>
              </a:ext>
            </a:extLst>
          </p:cNvPr>
          <p:cNvSpPr/>
          <p:nvPr/>
        </p:nvSpPr>
        <p:spPr>
          <a:xfrm>
            <a:off x="1462875" y="4887989"/>
            <a:ext cx="291051" cy="28148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B1F53F31-3FD9-290B-B58A-01FE83376C57}"/>
              </a:ext>
            </a:extLst>
          </p:cNvPr>
          <p:cNvSpPr/>
          <p:nvPr/>
        </p:nvSpPr>
        <p:spPr>
          <a:xfrm>
            <a:off x="1325016" y="5340508"/>
            <a:ext cx="2577766" cy="487509"/>
          </a:xfrm>
          <a:custGeom>
            <a:avLst/>
            <a:gdLst>
              <a:gd name="csX0" fmla="*/ 0 w 2577766"/>
              <a:gd name="csY0" fmla="*/ 18179 h 487509"/>
              <a:gd name="csX1" fmla="*/ 18179 w 2577766"/>
              <a:gd name="csY1" fmla="*/ 0 h 487509"/>
              <a:gd name="csX2" fmla="*/ 678945 w 2577766"/>
              <a:gd name="csY2" fmla="*/ 0 h 487509"/>
              <a:gd name="csX3" fmla="*/ 1263469 w 2577766"/>
              <a:gd name="csY3" fmla="*/ 0 h 487509"/>
              <a:gd name="csX4" fmla="*/ 1949649 w 2577766"/>
              <a:gd name="csY4" fmla="*/ 0 h 487509"/>
              <a:gd name="csX5" fmla="*/ 2559587 w 2577766"/>
              <a:gd name="csY5" fmla="*/ 0 h 487509"/>
              <a:gd name="csX6" fmla="*/ 2577766 w 2577766"/>
              <a:gd name="csY6" fmla="*/ 18179 h 487509"/>
              <a:gd name="csX7" fmla="*/ 2577766 w 2577766"/>
              <a:gd name="csY7" fmla="*/ 469330 h 487509"/>
              <a:gd name="csX8" fmla="*/ 2559587 w 2577766"/>
              <a:gd name="csY8" fmla="*/ 487509 h 487509"/>
              <a:gd name="csX9" fmla="*/ 1873407 w 2577766"/>
              <a:gd name="csY9" fmla="*/ 487509 h 487509"/>
              <a:gd name="csX10" fmla="*/ 1212641 w 2577766"/>
              <a:gd name="csY10" fmla="*/ 487509 h 487509"/>
              <a:gd name="csX11" fmla="*/ 628117 w 2577766"/>
              <a:gd name="csY11" fmla="*/ 487509 h 487509"/>
              <a:gd name="csX12" fmla="*/ 18179 w 2577766"/>
              <a:gd name="csY12" fmla="*/ 487509 h 487509"/>
              <a:gd name="csX13" fmla="*/ 0 w 2577766"/>
              <a:gd name="csY13" fmla="*/ 469330 h 487509"/>
              <a:gd name="csX14" fmla="*/ 0 w 2577766"/>
              <a:gd name="csY14" fmla="*/ 18179 h 487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577766" h="487509" fill="none" extrusionOk="0">
                <a:moveTo>
                  <a:pt x="0" y="18179"/>
                </a:moveTo>
                <a:cubicBezTo>
                  <a:pt x="-403" y="7318"/>
                  <a:pt x="8304" y="-2231"/>
                  <a:pt x="18179" y="0"/>
                </a:cubicBezTo>
                <a:cubicBezTo>
                  <a:pt x="208887" y="-9772"/>
                  <a:pt x="522656" y="15687"/>
                  <a:pt x="678945" y="0"/>
                </a:cubicBezTo>
                <a:cubicBezTo>
                  <a:pt x="835234" y="-15687"/>
                  <a:pt x="1058969" y="-16118"/>
                  <a:pt x="1263469" y="0"/>
                </a:cubicBezTo>
                <a:cubicBezTo>
                  <a:pt x="1467969" y="16118"/>
                  <a:pt x="1740280" y="18087"/>
                  <a:pt x="1949649" y="0"/>
                </a:cubicBezTo>
                <a:cubicBezTo>
                  <a:pt x="2159018" y="-18087"/>
                  <a:pt x="2335141" y="-27089"/>
                  <a:pt x="2559587" y="0"/>
                </a:cubicBezTo>
                <a:cubicBezTo>
                  <a:pt x="2570667" y="2059"/>
                  <a:pt x="2576245" y="8941"/>
                  <a:pt x="2577766" y="18179"/>
                </a:cubicBezTo>
                <a:cubicBezTo>
                  <a:pt x="2592776" y="145118"/>
                  <a:pt x="2569068" y="365867"/>
                  <a:pt x="2577766" y="469330"/>
                </a:cubicBezTo>
                <a:cubicBezTo>
                  <a:pt x="2578516" y="477062"/>
                  <a:pt x="2570298" y="488234"/>
                  <a:pt x="2559587" y="487509"/>
                </a:cubicBezTo>
                <a:cubicBezTo>
                  <a:pt x="2354223" y="478241"/>
                  <a:pt x="2155278" y="469411"/>
                  <a:pt x="1873407" y="487509"/>
                </a:cubicBezTo>
                <a:cubicBezTo>
                  <a:pt x="1591536" y="505607"/>
                  <a:pt x="1510847" y="513572"/>
                  <a:pt x="1212641" y="487509"/>
                </a:cubicBezTo>
                <a:cubicBezTo>
                  <a:pt x="914435" y="461446"/>
                  <a:pt x="907471" y="499926"/>
                  <a:pt x="628117" y="487509"/>
                </a:cubicBezTo>
                <a:cubicBezTo>
                  <a:pt x="348763" y="475092"/>
                  <a:pt x="212063" y="478975"/>
                  <a:pt x="18179" y="487509"/>
                </a:cubicBezTo>
                <a:cubicBezTo>
                  <a:pt x="7319" y="488339"/>
                  <a:pt x="-1004" y="481518"/>
                  <a:pt x="0" y="469330"/>
                </a:cubicBezTo>
                <a:cubicBezTo>
                  <a:pt x="10775" y="285025"/>
                  <a:pt x="15128" y="242051"/>
                  <a:pt x="0" y="18179"/>
                </a:cubicBezTo>
                <a:close/>
              </a:path>
              <a:path w="2577766" h="487509" stroke="0" extrusionOk="0">
                <a:moveTo>
                  <a:pt x="0" y="18179"/>
                </a:moveTo>
                <a:cubicBezTo>
                  <a:pt x="-1208" y="7394"/>
                  <a:pt x="6453" y="633"/>
                  <a:pt x="18179" y="0"/>
                </a:cubicBezTo>
                <a:cubicBezTo>
                  <a:pt x="173177" y="5388"/>
                  <a:pt x="371283" y="7612"/>
                  <a:pt x="704359" y="0"/>
                </a:cubicBezTo>
                <a:cubicBezTo>
                  <a:pt x="1037435" y="-7612"/>
                  <a:pt x="1097282" y="29437"/>
                  <a:pt x="1314297" y="0"/>
                </a:cubicBezTo>
                <a:cubicBezTo>
                  <a:pt x="1531312" y="-29437"/>
                  <a:pt x="1774880" y="3645"/>
                  <a:pt x="1898821" y="0"/>
                </a:cubicBezTo>
                <a:cubicBezTo>
                  <a:pt x="2022762" y="-3645"/>
                  <a:pt x="2298632" y="-19825"/>
                  <a:pt x="2559587" y="0"/>
                </a:cubicBezTo>
                <a:cubicBezTo>
                  <a:pt x="2570717" y="-2244"/>
                  <a:pt x="2575719" y="7826"/>
                  <a:pt x="2577766" y="18179"/>
                </a:cubicBezTo>
                <a:cubicBezTo>
                  <a:pt x="2580912" y="133437"/>
                  <a:pt x="2559140" y="301753"/>
                  <a:pt x="2577766" y="469330"/>
                </a:cubicBezTo>
                <a:cubicBezTo>
                  <a:pt x="2576973" y="480683"/>
                  <a:pt x="2568244" y="485904"/>
                  <a:pt x="2559587" y="487509"/>
                </a:cubicBezTo>
                <a:cubicBezTo>
                  <a:pt x="2332179" y="488936"/>
                  <a:pt x="2118176" y="493195"/>
                  <a:pt x="1975063" y="487509"/>
                </a:cubicBezTo>
                <a:cubicBezTo>
                  <a:pt x="1831950" y="481823"/>
                  <a:pt x="1600149" y="498764"/>
                  <a:pt x="1339711" y="487509"/>
                </a:cubicBezTo>
                <a:cubicBezTo>
                  <a:pt x="1079273" y="476254"/>
                  <a:pt x="895551" y="504767"/>
                  <a:pt x="729773" y="487509"/>
                </a:cubicBezTo>
                <a:cubicBezTo>
                  <a:pt x="563995" y="470251"/>
                  <a:pt x="200561" y="466572"/>
                  <a:pt x="18179" y="487509"/>
                </a:cubicBezTo>
                <a:cubicBezTo>
                  <a:pt x="9312" y="486053"/>
                  <a:pt x="-1777" y="478683"/>
                  <a:pt x="0" y="469330"/>
                </a:cubicBezTo>
                <a:cubicBezTo>
                  <a:pt x="-6923" y="368499"/>
                  <a:pt x="20087" y="213211"/>
                  <a:pt x="0" y="18179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72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FD520390-5004-536E-24E4-8ED7959C07A3}"/>
              </a:ext>
            </a:extLst>
          </p:cNvPr>
          <p:cNvSpPr/>
          <p:nvPr/>
        </p:nvSpPr>
        <p:spPr>
          <a:xfrm>
            <a:off x="1325017" y="5922201"/>
            <a:ext cx="2577766" cy="487509"/>
          </a:xfrm>
          <a:custGeom>
            <a:avLst/>
            <a:gdLst>
              <a:gd name="csX0" fmla="*/ 0 w 2577766"/>
              <a:gd name="csY0" fmla="*/ 18179 h 487509"/>
              <a:gd name="csX1" fmla="*/ 18179 w 2577766"/>
              <a:gd name="csY1" fmla="*/ 0 h 487509"/>
              <a:gd name="csX2" fmla="*/ 678945 w 2577766"/>
              <a:gd name="csY2" fmla="*/ 0 h 487509"/>
              <a:gd name="csX3" fmla="*/ 1263469 w 2577766"/>
              <a:gd name="csY3" fmla="*/ 0 h 487509"/>
              <a:gd name="csX4" fmla="*/ 1949649 w 2577766"/>
              <a:gd name="csY4" fmla="*/ 0 h 487509"/>
              <a:gd name="csX5" fmla="*/ 2559587 w 2577766"/>
              <a:gd name="csY5" fmla="*/ 0 h 487509"/>
              <a:gd name="csX6" fmla="*/ 2577766 w 2577766"/>
              <a:gd name="csY6" fmla="*/ 18179 h 487509"/>
              <a:gd name="csX7" fmla="*/ 2577766 w 2577766"/>
              <a:gd name="csY7" fmla="*/ 469330 h 487509"/>
              <a:gd name="csX8" fmla="*/ 2559587 w 2577766"/>
              <a:gd name="csY8" fmla="*/ 487509 h 487509"/>
              <a:gd name="csX9" fmla="*/ 1873407 w 2577766"/>
              <a:gd name="csY9" fmla="*/ 487509 h 487509"/>
              <a:gd name="csX10" fmla="*/ 1212641 w 2577766"/>
              <a:gd name="csY10" fmla="*/ 487509 h 487509"/>
              <a:gd name="csX11" fmla="*/ 628117 w 2577766"/>
              <a:gd name="csY11" fmla="*/ 487509 h 487509"/>
              <a:gd name="csX12" fmla="*/ 18179 w 2577766"/>
              <a:gd name="csY12" fmla="*/ 487509 h 487509"/>
              <a:gd name="csX13" fmla="*/ 0 w 2577766"/>
              <a:gd name="csY13" fmla="*/ 469330 h 487509"/>
              <a:gd name="csX14" fmla="*/ 0 w 2577766"/>
              <a:gd name="csY14" fmla="*/ 18179 h 487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577766" h="487509" fill="none" extrusionOk="0">
                <a:moveTo>
                  <a:pt x="0" y="18179"/>
                </a:moveTo>
                <a:cubicBezTo>
                  <a:pt x="-403" y="7318"/>
                  <a:pt x="8304" y="-2231"/>
                  <a:pt x="18179" y="0"/>
                </a:cubicBezTo>
                <a:cubicBezTo>
                  <a:pt x="208887" y="-9772"/>
                  <a:pt x="522656" y="15687"/>
                  <a:pt x="678945" y="0"/>
                </a:cubicBezTo>
                <a:cubicBezTo>
                  <a:pt x="835234" y="-15687"/>
                  <a:pt x="1058969" y="-16118"/>
                  <a:pt x="1263469" y="0"/>
                </a:cubicBezTo>
                <a:cubicBezTo>
                  <a:pt x="1467969" y="16118"/>
                  <a:pt x="1740280" y="18087"/>
                  <a:pt x="1949649" y="0"/>
                </a:cubicBezTo>
                <a:cubicBezTo>
                  <a:pt x="2159018" y="-18087"/>
                  <a:pt x="2335141" y="-27089"/>
                  <a:pt x="2559587" y="0"/>
                </a:cubicBezTo>
                <a:cubicBezTo>
                  <a:pt x="2570667" y="2059"/>
                  <a:pt x="2576245" y="8941"/>
                  <a:pt x="2577766" y="18179"/>
                </a:cubicBezTo>
                <a:cubicBezTo>
                  <a:pt x="2592776" y="145118"/>
                  <a:pt x="2569068" y="365867"/>
                  <a:pt x="2577766" y="469330"/>
                </a:cubicBezTo>
                <a:cubicBezTo>
                  <a:pt x="2578516" y="477062"/>
                  <a:pt x="2570298" y="488234"/>
                  <a:pt x="2559587" y="487509"/>
                </a:cubicBezTo>
                <a:cubicBezTo>
                  <a:pt x="2354223" y="478241"/>
                  <a:pt x="2155278" y="469411"/>
                  <a:pt x="1873407" y="487509"/>
                </a:cubicBezTo>
                <a:cubicBezTo>
                  <a:pt x="1591536" y="505607"/>
                  <a:pt x="1510847" y="513572"/>
                  <a:pt x="1212641" y="487509"/>
                </a:cubicBezTo>
                <a:cubicBezTo>
                  <a:pt x="914435" y="461446"/>
                  <a:pt x="907471" y="499926"/>
                  <a:pt x="628117" y="487509"/>
                </a:cubicBezTo>
                <a:cubicBezTo>
                  <a:pt x="348763" y="475092"/>
                  <a:pt x="212063" y="478975"/>
                  <a:pt x="18179" y="487509"/>
                </a:cubicBezTo>
                <a:cubicBezTo>
                  <a:pt x="7319" y="488339"/>
                  <a:pt x="-1004" y="481518"/>
                  <a:pt x="0" y="469330"/>
                </a:cubicBezTo>
                <a:cubicBezTo>
                  <a:pt x="10775" y="285025"/>
                  <a:pt x="15128" y="242051"/>
                  <a:pt x="0" y="18179"/>
                </a:cubicBezTo>
                <a:close/>
              </a:path>
              <a:path w="2577766" h="487509" stroke="0" extrusionOk="0">
                <a:moveTo>
                  <a:pt x="0" y="18179"/>
                </a:moveTo>
                <a:cubicBezTo>
                  <a:pt x="-1208" y="7394"/>
                  <a:pt x="6453" y="633"/>
                  <a:pt x="18179" y="0"/>
                </a:cubicBezTo>
                <a:cubicBezTo>
                  <a:pt x="173177" y="5388"/>
                  <a:pt x="371283" y="7612"/>
                  <a:pt x="704359" y="0"/>
                </a:cubicBezTo>
                <a:cubicBezTo>
                  <a:pt x="1037435" y="-7612"/>
                  <a:pt x="1097282" y="29437"/>
                  <a:pt x="1314297" y="0"/>
                </a:cubicBezTo>
                <a:cubicBezTo>
                  <a:pt x="1531312" y="-29437"/>
                  <a:pt x="1774880" y="3645"/>
                  <a:pt x="1898821" y="0"/>
                </a:cubicBezTo>
                <a:cubicBezTo>
                  <a:pt x="2022762" y="-3645"/>
                  <a:pt x="2298632" y="-19825"/>
                  <a:pt x="2559587" y="0"/>
                </a:cubicBezTo>
                <a:cubicBezTo>
                  <a:pt x="2570717" y="-2244"/>
                  <a:pt x="2575719" y="7826"/>
                  <a:pt x="2577766" y="18179"/>
                </a:cubicBezTo>
                <a:cubicBezTo>
                  <a:pt x="2580912" y="133437"/>
                  <a:pt x="2559140" y="301753"/>
                  <a:pt x="2577766" y="469330"/>
                </a:cubicBezTo>
                <a:cubicBezTo>
                  <a:pt x="2576973" y="480683"/>
                  <a:pt x="2568244" y="485904"/>
                  <a:pt x="2559587" y="487509"/>
                </a:cubicBezTo>
                <a:cubicBezTo>
                  <a:pt x="2332179" y="488936"/>
                  <a:pt x="2118176" y="493195"/>
                  <a:pt x="1975063" y="487509"/>
                </a:cubicBezTo>
                <a:cubicBezTo>
                  <a:pt x="1831950" y="481823"/>
                  <a:pt x="1600149" y="498764"/>
                  <a:pt x="1339711" y="487509"/>
                </a:cubicBezTo>
                <a:cubicBezTo>
                  <a:pt x="1079273" y="476254"/>
                  <a:pt x="895551" y="504767"/>
                  <a:pt x="729773" y="487509"/>
                </a:cubicBezTo>
                <a:cubicBezTo>
                  <a:pt x="563995" y="470251"/>
                  <a:pt x="200561" y="466572"/>
                  <a:pt x="18179" y="487509"/>
                </a:cubicBezTo>
                <a:cubicBezTo>
                  <a:pt x="9312" y="486053"/>
                  <a:pt x="-1777" y="478683"/>
                  <a:pt x="0" y="469330"/>
                </a:cubicBezTo>
                <a:cubicBezTo>
                  <a:pt x="-6923" y="368499"/>
                  <a:pt x="20087" y="213211"/>
                  <a:pt x="0" y="18179"/>
                </a:cubicBezTo>
                <a:close/>
              </a:path>
            </a:pathLst>
          </a:custGeom>
          <a:solidFill>
            <a:srgbClr val="FFFDC8"/>
          </a:solidFill>
          <a:ln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372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96A94D5-C5A8-D597-260E-EB620067EA88}"/>
              </a:ext>
            </a:extLst>
          </p:cNvPr>
          <p:cNvSpPr txBox="1"/>
          <p:nvPr/>
        </p:nvSpPr>
        <p:spPr>
          <a:xfrm>
            <a:off x="1804450" y="4888001"/>
            <a:ext cx="2026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</a:t>
            </a:r>
            <a:r>
              <a:rPr lang="en-U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harmonisation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521B188-49FB-8BDE-DAC3-916973341ACB}"/>
              </a:ext>
            </a:extLst>
          </p:cNvPr>
          <p:cNvSpPr txBox="1"/>
          <p:nvPr/>
        </p:nvSpPr>
        <p:spPr>
          <a:xfrm>
            <a:off x="1804450" y="5443053"/>
            <a:ext cx="2064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development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CDBE4A8-B1BA-545B-478D-0B0CAC76EC32}"/>
              </a:ext>
            </a:extLst>
          </p:cNvPr>
          <p:cNvSpPr txBox="1"/>
          <p:nvPr/>
        </p:nvSpPr>
        <p:spPr>
          <a:xfrm>
            <a:off x="1817937" y="6039542"/>
            <a:ext cx="22154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Internal validation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9" name="Down Arrow 188">
            <a:extLst>
              <a:ext uri="{FF2B5EF4-FFF2-40B4-BE49-F238E27FC236}">
                <a16:creationId xmlns:a16="http://schemas.microsoft.com/office/drawing/2014/main" id="{C2BD6978-0AE6-5925-8ED0-64A4BD72790B}"/>
              </a:ext>
            </a:extLst>
          </p:cNvPr>
          <p:cNvSpPr/>
          <p:nvPr/>
        </p:nvSpPr>
        <p:spPr>
          <a:xfrm>
            <a:off x="1076322" y="4994911"/>
            <a:ext cx="126248" cy="126526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FF0DDF4E-1061-8AC2-4CFD-02C76F45911F}"/>
              </a:ext>
            </a:extLst>
          </p:cNvPr>
          <p:cNvSpPr/>
          <p:nvPr/>
        </p:nvSpPr>
        <p:spPr>
          <a:xfrm>
            <a:off x="1025630" y="3649864"/>
            <a:ext cx="2988774" cy="4524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dirty="0">
                <a:solidFill>
                  <a:schemeClr val="tx1"/>
                </a:solidFill>
              </a:rPr>
              <a:t>Multiple imputation: performed for each imputed dataset (x m imputations)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9D848E87-86E5-A3FE-2857-A5E85B0B2F1C}"/>
              </a:ext>
            </a:extLst>
          </p:cNvPr>
          <p:cNvSpPr/>
          <p:nvPr/>
        </p:nvSpPr>
        <p:spPr>
          <a:xfrm>
            <a:off x="1017695" y="4182544"/>
            <a:ext cx="2988774" cy="4524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dirty="0">
                <a:solidFill>
                  <a:schemeClr val="tx1"/>
                </a:solidFill>
              </a:rPr>
              <a:t>Bootstrapping: performed for each bootstrapped dataset (x b bootstraps)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232626-358A-1868-2A65-843941287B0D}"/>
              </a:ext>
            </a:extLst>
          </p:cNvPr>
          <p:cNvSpPr/>
          <p:nvPr/>
        </p:nvSpPr>
        <p:spPr>
          <a:xfrm>
            <a:off x="1529766" y="2984341"/>
            <a:ext cx="2171202" cy="3095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Merged dataset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EC7A0437-4191-4838-10B1-5ABAAAC8DD57}"/>
              </a:ext>
            </a:extLst>
          </p:cNvPr>
          <p:cNvSpPr/>
          <p:nvPr/>
        </p:nvSpPr>
        <p:spPr>
          <a:xfrm>
            <a:off x="1463091" y="5432679"/>
            <a:ext cx="291051" cy="28148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56E6C135-A54E-328D-B030-94916506C28E}"/>
              </a:ext>
            </a:extLst>
          </p:cNvPr>
          <p:cNvSpPr/>
          <p:nvPr/>
        </p:nvSpPr>
        <p:spPr>
          <a:xfrm>
            <a:off x="1460587" y="6007079"/>
            <a:ext cx="291051" cy="28148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FBF6AA7-1C91-E9A8-877C-7530A3F7EA4E}"/>
              </a:ext>
            </a:extLst>
          </p:cNvPr>
          <p:cNvSpPr txBox="1"/>
          <p:nvPr/>
        </p:nvSpPr>
        <p:spPr>
          <a:xfrm>
            <a:off x="592959" y="3657903"/>
            <a:ext cx="429926" cy="269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" b="1" dirty="0"/>
              <a:t>Key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A22693-1AA5-1B6D-2BF6-33D33D7F17DE}"/>
              </a:ext>
            </a:extLst>
          </p:cNvPr>
          <p:cNvSpPr/>
          <p:nvPr/>
        </p:nvSpPr>
        <p:spPr>
          <a:xfrm>
            <a:off x="819457" y="645922"/>
            <a:ext cx="2794189" cy="20875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78BF3-2D43-FD80-7E4D-584FC79AFA1E}"/>
              </a:ext>
            </a:extLst>
          </p:cNvPr>
          <p:cNvSpPr/>
          <p:nvPr/>
        </p:nvSpPr>
        <p:spPr>
          <a:xfrm>
            <a:off x="921458" y="1161785"/>
            <a:ext cx="2243117" cy="274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Curate to CDISC standard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9767B-DDA3-30B6-4588-DE8B4ED86D54}"/>
              </a:ext>
            </a:extLst>
          </p:cNvPr>
          <p:cNvSpPr/>
          <p:nvPr/>
        </p:nvSpPr>
        <p:spPr>
          <a:xfrm>
            <a:off x="926008" y="1946069"/>
            <a:ext cx="2243104" cy="273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Apply eligibility criteria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A547B2-4E7A-4F73-268F-23962F7C5A42}"/>
              </a:ext>
            </a:extLst>
          </p:cNvPr>
          <p:cNvSpPr/>
          <p:nvPr/>
        </p:nvSpPr>
        <p:spPr>
          <a:xfrm>
            <a:off x="921481" y="2343537"/>
            <a:ext cx="2243094" cy="273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Review/remove outliers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90DE05-9C47-3AE3-D69B-4CF4696CFF4F}"/>
              </a:ext>
            </a:extLst>
          </p:cNvPr>
          <p:cNvSpPr/>
          <p:nvPr/>
        </p:nvSpPr>
        <p:spPr>
          <a:xfrm>
            <a:off x="921458" y="771751"/>
            <a:ext cx="2243117" cy="27477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Contributed dataset</a:t>
            </a:r>
          </a:p>
        </p:txBody>
      </p:sp>
      <p:sp>
        <p:nvSpPr>
          <p:cNvPr id="67" name="Down Arrow 66">
            <a:extLst>
              <a:ext uri="{FF2B5EF4-FFF2-40B4-BE49-F238E27FC236}">
                <a16:creationId xmlns:a16="http://schemas.microsoft.com/office/drawing/2014/main" id="{BD30BB65-ED66-8452-E650-6299925A6542}"/>
              </a:ext>
            </a:extLst>
          </p:cNvPr>
          <p:cNvSpPr/>
          <p:nvPr/>
        </p:nvSpPr>
        <p:spPr>
          <a:xfrm>
            <a:off x="3301139" y="898479"/>
            <a:ext cx="135156" cy="156488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E569A2-8C90-9375-66B5-540754033EE0}"/>
              </a:ext>
            </a:extLst>
          </p:cNvPr>
          <p:cNvSpPr/>
          <p:nvPr/>
        </p:nvSpPr>
        <p:spPr>
          <a:xfrm>
            <a:off x="918902" y="1553268"/>
            <a:ext cx="2243104" cy="273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dirty="0"/>
              <a:t>Convert to analysis standard</a:t>
            </a:r>
          </a:p>
        </p:txBody>
      </p:sp>
    </p:spTree>
    <p:extLst>
      <p:ext uri="{BB962C8B-B14F-4D97-AF65-F5344CB8AC3E}">
        <p14:creationId xmlns:p14="http://schemas.microsoft.com/office/powerpoint/2010/main" val="346879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135</Words>
  <Application>Microsoft Macintosh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Wilson</dc:creator>
  <cp:lastModifiedBy>James Wilson</cp:lastModifiedBy>
  <cp:revision>76</cp:revision>
  <dcterms:created xsi:type="dcterms:W3CDTF">2025-12-13T10:58:50Z</dcterms:created>
  <dcterms:modified xsi:type="dcterms:W3CDTF">2025-12-15T16:49:58Z</dcterms:modified>
</cp:coreProperties>
</file>